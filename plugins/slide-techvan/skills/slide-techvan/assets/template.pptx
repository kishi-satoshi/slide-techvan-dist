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sldIdLst>
    <p:sldId id="310" r:id="rId5"/>
    <p:sldId id="311" r:id="rId6"/>
    <p:sldId id="313" r:id="rId7"/>
    <p:sldId id="296" r:id="rId8"/>
    <p:sldId id="314" r:id="rId9"/>
    <p:sldId id="301" r:id="rId10"/>
    <p:sldId id="303" r:id="rId11"/>
    <p:sldId id="297" r:id="rId12"/>
    <p:sldId id="304" r:id="rId13"/>
    <p:sldId id="305" r:id="rId14"/>
    <p:sldId id="306" r:id="rId15"/>
    <p:sldId id="307" r:id="rId16"/>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AC8C8"/>
    <a:srgbClr val="DCEAF7"/>
    <a:srgbClr val="000000"/>
    <a:srgbClr val="163E64"/>
    <a:srgbClr val="758FAA"/>
    <a:srgbClr val="476A8D"/>
    <a:srgbClr val="194571"/>
    <a:srgbClr val="194671"/>
    <a:srgbClr val="215E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303CC2-A89F-4BA8-B579-02111506000A}" v="25" dt="2024-04-02T00:05:59.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28" autoAdjust="0"/>
    <p:restoredTop sz="94660"/>
  </p:normalViewPr>
  <p:slideViewPr>
    <p:cSldViewPr snapToGrid="0">
      <p:cViewPr varScale="1">
        <p:scale>
          <a:sx n="114" d="100"/>
          <a:sy n="114" d="100"/>
        </p:scale>
        <p:origin x="907" y="101"/>
      </p:cViewPr>
      <p:guideLst/>
    </p:cSldViewPr>
  </p:slideViewPr>
  <p:notesTextViewPr>
    <p:cViewPr>
      <p:scale>
        <a:sx n="1" d="1"/>
        <a:sy n="1" d="1"/>
      </p:scale>
      <p:origin x="0" y="0"/>
    </p:cViewPr>
  </p:notesTextViewPr>
  <p:notesViewPr>
    <p:cSldViewPr snapToGrid="0">
      <p:cViewPr varScale="1">
        <p:scale>
          <a:sx n="81" d="100"/>
          <a:sy n="81" d="100"/>
        </p:scale>
        <p:origin x="3979" y="8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AA14AB67-2CBF-4D14-90A7-A000BFDE1A6F}"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543542EE-0A7C-49F2-A217-E18F54692DC6}" type="slidenum">
              <a:rPr kumimoji="1" lang="ja-JP" altLang="en-US" smtClean="0"/>
              <a:t>‹#›</a:t>
            </a:fld>
            <a:endParaRPr kumimoji="1" lang="ja-JP" altLang="en-US"/>
          </a:p>
        </p:txBody>
      </p:sp>
    </p:spTree>
    <p:extLst>
      <p:ext uri="{BB962C8B-B14F-4D97-AF65-F5344CB8AC3E}">
        <p14:creationId xmlns:p14="http://schemas.microsoft.com/office/powerpoint/2010/main" val="26109442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Calibri"/>
                <a:ea typeface="游ゴシック"/>
                <a:cs typeface="Calibri"/>
              </a:rPr>
              <a:t>・この次以降に細かい紹介スライドをつけていく</a:t>
            </a:r>
          </a:p>
          <a:p>
            <a:r>
              <a:rPr lang="ja-JP" altLang="en-US">
                <a:latin typeface="Calibri"/>
                <a:ea typeface="游ゴシック"/>
                <a:cs typeface="Calibri"/>
              </a:rPr>
              <a:t>　　（自動化、支援チームetc......）</a:t>
            </a:r>
            <a:endParaRPr lang="ja-JP" altLang="en-US" dirty="0">
              <a:latin typeface="Calibri"/>
              <a:ea typeface="游ゴシック"/>
              <a:cs typeface="Calibri"/>
            </a:endParaRPr>
          </a:p>
        </p:txBody>
      </p:sp>
      <p:sp>
        <p:nvSpPr>
          <p:cNvPr id="4" name="Slide Number Placeholder 3"/>
          <p:cNvSpPr>
            <a:spLocks noGrp="1"/>
          </p:cNvSpPr>
          <p:nvPr>
            <p:ph type="sldNum" sz="quarter" idx="5"/>
          </p:nvPr>
        </p:nvSpPr>
        <p:spPr/>
        <p:txBody>
          <a:bodyPr/>
          <a:lstStyle/>
          <a:p>
            <a:fld id="{E4B84ECE-6EE8-4A47-B5B1-27FC4DEDB78E}" type="slidenum">
              <a:rPr kumimoji="1" lang="ja-JP" altLang="en-US" smtClean="0"/>
              <a:t>4</a:t>
            </a:fld>
            <a:endParaRPr kumimoji="1" lang="ja-JP" altLang="en-US"/>
          </a:p>
        </p:txBody>
      </p:sp>
    </p:spTree>
    <p:extLst>
      <p:ext uri="{BB962C8B-B14F-4D97-AF65-F5344CB8AC3E}">
        <p14:creationId xmlns:p14="http://schemas.microsoft.com/office/powerpoint/2010/main" val="204404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sp>
        <p:nvSpPr>
          <p:cNvPr id="16" name="タイトル 1"/>
          <p:cNvSpPr>
            <a:spLocks noGrp="1"/>
          </p:cNvSpPr>
          <p:nvPr>
            <p:ph type="title" hasCustomPrompt="1"/>
          </p:nvPr>
        </p:nvSpPr>
        <p:spPr>
          <a:xfrm>
            <a:off x="1384668" y="2102589"/>
            <a:ext cx="7961811" cy="1325563"/>
          </a:xfrm>
        </p:spPr>
        <p:txBody>
          <a:bodyPr>
            <a:noAutofit/>
          </a:bodyPr>
          <a:lstStyle>
            <a:lvl1pPr algn="l">
              <a:defRPr sz="4800" b="1">
                <a:solidFill>
                  <a:schemeClr val="tx2">
                    <a:lumMod val="90000"/>
                    <a:lumOff val="10000"/>
                  </a:schemeClr>
                </a:solidFill>
                <a:latin typeface="+mn-ea"/>
                <a:ea typeface="+mn-ea"/>
              </a:defRPr>
            </a:lvl1pPr>
          </a:lstStyle>
          <a:p>
            <a:r>
              <a:rPr kumimoji="1" lang="ja-JP" altLang="en-US" dirty="0"/>
              <a:t>マスター タイトル</a:t>
            </a:r>
            <a:br>
              <a:rPr kumimoji="1" lang="en-US" altLang="ja-JP" dirty="0"/>
            </a:br>
            <a:r>
              <a:rPr kumimoji="1" lang="ja-JP" altLang="en-US" dirty="0"/>
              <a:t>サブタイトル</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49" y="2083359"/>
            <a:ext cx="0" cy="1269759"/>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Tree>
    <p:extLst>
      <p:ext uri="{BB962C8B-B14F-4D97-AF65-F5344CB8AC3E}">
        <p14:creationId xmlns:p14="http://schemas.microsoft.com/office/powerpoint/2010/main" val="319686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sp>
        <p:nvSpPr>
          <p:cNvPr id="16" name="タイトル 1"/>
          <p:cNvSpPr>
            <a:spLocks noGrp="1"/>
          </p:cNvSpPr>
          <p:nvPr>
            <p:ph type="title"/>
          </p:nvPr>
        </p:nvSpPr>
        <p:spPr>
          <a:xfrm>
            <a:off x="1384669" y="2795769"/>
            <a:ext cx="7961811" cy="628770"/>
          </a:xfrm>
        </p:spPr>
        <p:txBody>
          <a:bodyPr>
            <a:noAutofit/>
          </a:bodyPr>
          <a:lstStyle>
            <a:lvl1pPr algn="l">
              <a:defRPr sz="4800" b="1">
                <a:solidFill>
                  <a:schemeClr val="tx2">
                    <a:lumMod val="90000"/>
                    <a:lumOff val="10000"/>
                  </a:schemeClr>
                </a:solidFill>
                <a:latin typeface="+mn-ea"/>
                <a:ea typeface="+mn-ea"/>
              </a:defRPr>
            </a:lvl1pPr>
          </a:lstStyle>
          <a:p>
            <a:r>
              <a:rPr kumimoji="1" lang="ja-JP" altLang="en-US" dirty="0"/>
              <a:t>マスター タイトル</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50" y="2776538"/>
            <a:ext cx="0" cy="64800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Tree>
    <p:extLst>
      <p:ext uri="{BB962C8B-B14F-4D97-AF65-F5344CB8AC3E}">
        <p14:creationId xmlns:p14="http://schemas.microsoft.com/office/powerpoint/2010/main" val="77203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
        <p:nvSpPr>
          <p:cNvPr id="7" name="タイトル 1"/>
          <p:cNvSpPr>
            <a:spLocks noGrp="1"/>
          </p:cNvSpPr>
          <p:nvPr>
            <p:ph type="title"/>
          </p:nvPr>
        </p:nvSpPr>
        <p:spPr>
          <a:xfrm>
            <a:off x="1685925" y="2619420"/>
            <a:ext cx="8163469" cy="1325563"/>
          </a:xfrm>
        </p:spPr>
        <p:txBody>
          <a:bodyPr>
            <a:noAutofit/>
          </a:bodyPr>
          <a:lstStyle>
            <a:lvl1pPr algn="ctr">
              <a:defRPr sz="4800" b="1">
                <a:solidFill>
                  <a:schemeClr val="tx2">
                    <a:lumMod val="90000"/>
                    <a:lumOff val="10000"/>
                  </a:schemeClr>
                </a:solidFill>
                <a:latin typeface="+mn-ea"/>
                <a:ea typeface="+mn-ea"/>
              </a:defRPr>
            </a:lvl1pPr>
          </a:lstStyle>
          <a:p>
            <a:r>
              <a:rPr kumimoji="1" lang="ja-JP" altLang="en-US" dirty="0"/>
              <a:t>マスター タイトル</a:t>
            </a:r>
          </a:p>
        </p:txBody>
      </p:sp>
    </p:spTree>
    <p:extLst>
      <p:ext uri="{BB962C8B-B14F-4D97-AF65-F5344CB8AC3E}">
        <p14:creationId xmlns:p14="http://schemas.microsoft.com/office/powerpoint/2010/main" val="2660778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C5995145-7A87-4C65-8D59-BD1094C30C57}"/>
              </a:ext>
            </a:extLst>
          </p:cNvPr>
          <p:cNvSpPr/>
          <p:nvPr userDrawn="1"/>
        </p:nvSpPr>
        <p:spPr>
          <a:xfrm flipH="1">
            <a:off x="11853308" y="5895948"/>
            <a:ext cx="336182" cy="962052"/>
          </a:xfrm>
          <a:prstGeom prst="rtTriangle">
            <a:avLst/>
          </a:prstGeom>
          <a:gradFill>
            <a:gsLst>
              <a:gs pos="0">
                <a:schemeClr val="tx2">
                  <a:lumMod val="90000"/>
                  <a:lumOff val="10000"/>
                </a:schemeClr>
              </a:gs>
              <a:gs pos="100000">
                <a:schemeClr val="tx2">
                  <a:lumMod val="75000"/>
                  <a:lumOff val="25000"/>
                </a:schemeClr>
              </a:gs>
            </a:gsLst>
            <a:lin ang="5400000" scaled="0"/>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pPr algn="ctr"/>
            <a:fld id="{35894915-1B34-4D91-B302-0DD780FBD655}" type="slidenum">
              <a:rPr kumimoji="1" lang="ja-JP" altLang="en-US" sz="1200" smtClean="0">
                <a:solidFill>
                  <a:schemeClr val="bg1"/>
                </a:solidFill>
              </a:rPr>
              <a:pPr algn="ctr"/>
              <a:t>‹#›</a:t>
            </a:fld>
            <a:endParaRPr kumimoji="1" lang="ja-JP" altLang="en-US" sz="1200" dirty="0">
              <a:solidFill>
                <a:schemeClr val="bg1"/>
              </a:solidFill>
            </a:endParaRPr>
          </a:p>
        </p:txBody>
      </p:sp>
      <p:sp>
        <p:nvSpPr>
          <p:cNvPr id="31" name="直角三角形 30">
            <a:extLst>
              <a:ext uri="{FF2B5EF4-FFF2-40B4-BE49-F238E27FC236}">
                <a16:creationId xmlns:a16="http://schemas.microsoft.com/office/drawing/2014/main" id="{D1A5EFC1-56C7-72F5-03F2-EE984BD09823}"/>
              </a:ext>
            </a:extLst>
          </p:cNvPr>
          <p:cNvSpPr/>
          <p:nvPr userDrawn="1"/>
        </p:nvSpPr>
        <p:spPr>
          <a:xfrm rot="10800000" flipH="1">
            <a:off x="352156" y="263868"/>
            <a:ext cx="202488" cy="579460"/>
          </a:xfrm>
          <a:prstGeom prst="rtTriangle">
            <a:avLst/>
          </a:prstGeom>
          <a:gradFill flip="none" rotWithShape="1">
            <a:gsLst>
              <a:gs pos="0">
                <a:schemeClr val="tx2">
                  <a:lumMod val="90000"/>
                  <a:lumOff val="10000"/>
                </a:schemeClr>
              </a:gs>
              <a:gs pos="100000">
                <a:schemeClr val="tx2">
                  <a:lumMod val="75000"/>
                  <a:lumOff val="25000"/>
                </a:schemeClr>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0E44F6B5-9D33-2A98-643B-7B353912755B}"/>
              </a:ext>
            </a:extLst>
          </p:cNvPr>
          <p:cNvGrpSpPr/>
          <p:nvPr userDrawn="1"/>
        </p:nvGrpSpPr>
        <p:grpSpPr>
          <a:xfrm>
            <a:off x="9151581" y="6568644"/>
            <a:ext cx="2606046" cy="205710"/>
            <a:chOff x="8928119" y="6540069"/>
            <a:chExt cx="2606046" cy="205710"/>
          </a:xfrm>
        </p:grpSpPr>
        <p:pic>
          <p:nvPicPr>
            <p:cNvPr id="43" name="図 42" descr="アイコン&#10;&#10;中程度の精度で自動的に生成された説明">
              <a:extLst>
                <a:ext uri="{FF2B5EF4-FFF2-40B4-BE49-F238E27FC236}">
                  <a16:creationId xmlns:a16="http://schemas.microsoft.com/office/drawing/2014/main" id="{4C2E109A-9518-8BBA-83F7-F71BB09B51D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464158" y="6540069"/>
              <a:ext cx="1070007" cy="159428"/>
            </a:xfrm>
            <a:prstGeom prst="rect">
              <a:avLst/>
            </a:prstGeom>
          </p:spPr>
        </p:pic>
        <p:sp>
          <p:nvSpPr>
            <p:cNvPr id="44" name="テキスト ボックス 43">
              <a:extLst>
                <a:ext uri="{FF2B5EF4-FFF2-40B4-BE49-F238E27FC236}">
                  <a16:creationId xmlns:a16="http://schemas.microsoft.com/office/drawing/2014/main" id="{372138D9-D1E2-CAC7-0C81-27B2B5459169}"/>
                </a:ext>
              </a:extLst>
            </p:cNvPr>
            <p:cNvSpPr txBox="1"/>
            <p:nvPr/>
          </p:nvSpPr>
          <p:spPr>
            <a:xfrm>
              <a:off x="8928119" y="6545724"/>
              <a:ext cx="1398140" cy="200055"/>
            </a:xfrm>
            <a:prstGeom prst="rect">
              <a:avLst/>
            </a:prstGeom>
            <a:noFill/>
          </p:spPr>
          <p:txBody>
            <a:bodyPr wrap="none" rtlCol="0">
              <a:spAutoFit/>
            </a:bodyPr>
            <a:lstStyle/>
            <a:p>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Copyright(C)</a:t>
              </a:r>
              <a:r>
                <a:rPr kumimoji="1" lang="en-US" altLang="ja-JP" sz="700" dirty="0" err="1">
                  <a:solidFill>
                    <a:schemeClr val="tx1">
                      <a:lumMod val="75000"/>
                      <a:lumOff val="25000"/>
                    </a:schemeClr>
                  </a:solidFill>
                  <a:latin typeface="Arial" panose="020B0604020202020204" pitchFamily="34" charset="0"/>
                  <a:cs typeface="Arial" panose="020B0604020202020204" pitchFamily="34" charset="0"/>
                </a:rPr>
                <a:t>TechVan</a:t>
              </a:r>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 co., Ltd.</a:t>
              </a:r>
              <a:endParaRPr kumimoji="1" lang="ja-JP" altLang="en-US" sz="700" dirty="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45" name="タイトル 1"/>
          <p:cNvSpPr>
            <a:spLocks noGrp="1"/>
          </p:cNvSpPr>
          <p:nvPr>
            <p:ph type="title"/>
          </p:nvPr>
        </p:nvSpPr>
        <p:spPr>
          <a:xfrm>
            <a:off x="557351" y="263868"/>
            <a:ext cx="10515600" cy="579460"/>
          </a:xfrm>
        </p:spPr>
        <p:txBody>
          <a:bodyPr>
            <a:normAutofit/>
          </a:bodyPr>
          <a:lstStyle>
            <a:lvl1pPr>
              <a:defRPr sz="2400" b="1">
                <a:solidFill>
                  <a:schemeClr val="tx2">
                    <a:lumMod val="90000"/>
                    <a:lumOff val="10000"/>
                  </a:schemeClr>
                </a:solidFill>
                <a:latin typeface="+mn-ea"/>
                <a:ea typeface="+mn-ea"/>
              </a:defRPr>
            </a:lvl1pPr>
          </a:lstStyle>
          <a:p>
            <a:r>
              <a:rPr kumimoji="1" lang="ja-JP" altLang="en-US" dirty="0"/>
              <a:t>マスター タイトルの書式設定</a:t>
            </a:r>
          </a:p>
        </p:txBody>
      </p:sp>
      <p:sp>
        <p:nvSpPr>
          <p:cNvPr id="10" name="コンテンツ プレースホルダー 3"/>
          <p:cNvSpPr>
            <a:spLocks noGrp="1"/>
          </p:cNvSpPr>
          <p:nvPr>
            <p:ph sz="half" idx="2"/>
          </p:nvPr>
        </p:nvSpPr>
        <p:spPr>
          <a:xfrm>
            <a:off x="554644" y="1064623"/>
            <a:ext cx="10518307" cy="5375366"/>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922530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E9B8896A-F36F-408D-BD52-6518A9D4976B}" type="datetime1">
              <a:rPr kumimoji="1" lang="ja-JP" altLang="en-US" smtClean="0"/>
              <a:t>2026/10/13</a:t>
            </a:fld>
            <a:endParaRPr kumimoji="1" lang="ja-JP" altLang="en-US"/>
          </a:p>
        </p:txBody>
      </p:sp>
      <p:sp>
        <p:nvSpPr>
          <p:cNvPr id="4" name="フッター プレースホルダー 3"/>
          <p:cNvSpPr>
            <a:spLocks noGrp="1"/>
          </p:cNvSpPr>
          <p:nvPr>
            <p:ph type="ftr" sz="quarter" idx="11"/>
          </p:nvPr>
        </p:nvSpPr>
        <p:spPr/>
        <p:txBody>
          <a:bodyPr/>
          <a:lstStyle/>
          <a:p>
            <a:r>
              <a:rPr kumimoji="1" lang="en-US" altLang="ja-JP"/>
              <a:t>‹#›</a:t>
            </a:r>
            <a:endParaRPr kumimoji="1" lang="ja-JP" altLang="en-US"/>
          </a:p>
        </p:txBody>
      </p:sp>
      <p:sp>
        <p:nvSpPr>
          <p:cNvPr id="5" name="スライド番号プレースホルダー 4"/>
          <p:cNvSpPr>
            <a:spLocks noGrp="1"/>
          </p:cNvSpPr>
          <p:nvPr>
            <p:ph type="sldNum" sz="quarter" idx="12"/>
          </p:nvPr>
        </p:nvSpPr>
        <p:spPr/>
        <p:txBody>
          <a:bodyPr/>
          <a:lstStyle/>
          <a:p>
            <a:fld id="{35894915-1B34-4D91-B302-0DD780FBD655}"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E0B4DDD1-9778-799B-0E24-FAAB7AE9728A}"/>
              </a:ext>
            </a:extLst>
          </p:cNvPr>
          <p:cNvSpPr>
            <a:spLocks/>
          </p:cNvSpPr>
          <p:nvPr userDrawn="1"/>
        </p:nvSpPr>
        <p:spPr>
          <a:xfrm>
            <a:off x="0" y="1"/>
            <a:ext cx="12191999" cy="6858000"/>
          </a:xfrm>
          <a:prstGeom prst="rect">
            <a:avLst/>
          </a:prstGeom>
          <a:gradFill flip="none" rotWithShape="1">
            <a:gsLst>
              <a:gs pos="0">
                <a:srgbClr val="215F99"/>
              </a:gs>
              <a:gs pos="100000">
                <a:srgbClr val="203A66"/>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直角三角形 6">
            <a:extLst>
              <a:ext uri="{FF2B5EF4-FFF2-40B4-BE49-F238E27FC236}">
                <a16:creationId xmlns:a16="http://schemas.microsoft.com/office/drawing/2014/main" id="{51040AAF-76B3-A1BC-FA10-5328841EA540}"/>
              </a:ext>
            </a:extLst>
          </p:cNvPr>
          <p:cNvSpPr/>
          <p:nvPr userDrawn="1"/>
        </p:nvSpPr>
        <p:spPr>
          <a:xfrm flipH="1">
            <a:off x="9802343" y="-2"/>
            <a:ext cx="2396478" cy="6858001"/>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アイコン&#10;&#10;中程度の精度で自動的に生成された説明">
            <a:extLst>
              <a:ext uri="{FF2B5EF4-FFF2-40B4-BE49-F238E27FC236}">
                <a16:creationId xmlns:a16="http://schemas.microsoft.com/office/drawing/2014/main" id="{D451F1FB-F3B4-1D97-95B2-ACDA034DF31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17048" y="6342631"/>
            <a:ext cx="1387084" cy="206671"/>
          </a:xfrm>
          <a:prstGeom prst="rect">
            <a:avLst/>
          </a:prstGeom>
        </p:spPr>
      </p:pic>
      <p:sp>
        <p:nvSpPr>
          <p:cNvPr id="9" name="正方形/長方形 8">
            <a:extLst>
              <a:ext uri="{FF2B5EF4-FFF2-40B4-BE49-F238E27FC236}">
                <a16:creationId xmlns:a16="http://schemas.microsoft.com/office/drawing/2014/main" id="{3AFD890B-8035-34CA-E374-CB6FAEAFE595}"/>
              </a:ext>
            </a:extLst>
          </p:cNvPr>
          <p:cNvSpPr>
            <a:spLocks/>
          </p:cNvSpPr>
          <p:nvPr userDrawn="1"/>
        </p:nvSpPr>
        <p:spPr>
          <a:xfrm>
            <a:off x="859369" y="867678"/>
            <a:ext cx="10477325" cy="5110270"/>
          </a:xfrm>
          <a:prstGeom prst="rect">
            <a:avLst/>
          </a:prstGeom>
          <a:gradFill>
            <a:gsLst>
              <a:gs pos="0">
                <a:srgbClr val="215F99"/>
              </a:gs>
              <a:gs pos="100000">
                <a:srgbClr val="203A66"/>
              </a:gs>
            </a:gsLst>
            <a:path path="circle">
              <a:fillToRect l="100000" t="100000"/>
            </a:path>
          </a:gradFill>
          <a:ln>
            <a:noFill/>
          </a:ln>
          <a:effectLst>
            <a:outerShdw blurRad="203200" dir="2700000" algn="tl" rotWithShape="0">
              <a:prstClr val="black">
                <a:alpha val="3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a:extLst>
              <a:ext uri="{FF2B5EF4-FFF2-40B4-BE49-F238E27FC236}">
                <a16:creationId xmlns:a16="http://schemas.microsoft.com/office/drawing/2014/main" id="{8B70CAB1-C63E-1DEB-F3CF-A7F7CD38AAD7}"/>
              </a:ext>
            </a:extLst>
          </p:cNvPr>
          <p:cNvSpPr/>
          <p:nvPr userDrawn="1"/>
        </p:nvSpPr>
        <p:spPr>
          <a:xfrm rot="10800000" flipV="1">
            <a:off x="9559694" y="867676"/>
            <a:ext cx="1785746" cy="5110270"/>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1434072" y="2776538"/>
            <a:ext cx="8982976" cy="646272"/>
          </a:xfrm>
        </p:spPr>
        <p:txBody>
          <a:bodyPr>
            <a:noAutofit/>
          </a:bodyPr>
          <a:lstStyle>
            <a:lvl1pPr>
              <a:defRPr sz="4800">
                <a:solidFill>
                  <a:schemeClr val="bg1"/>
                </a:solidFill>
                <a:latin typeface="+mn-ea"/>
                <a:ea typeface="+mn-ea"/>
              </a:defRPr>
            </a:lvl1pPr>
          </a:lstStyle>
          <a:p>
            <a:r>
              <a:rPr kumimoji="1" lang="ja-JP" altLang="en-US" dirty="0"/>
              <a:t>章 タイトルの書式設定</a:t>
            </a:r>
          </a:p>
        </p:txBody>
      </p:sp>
      <p:cxnSp>
        <p:nvCxnSpPr>
          <p:cNvPr id="11" name="直線コネクタ 10">
            <a:extLst>
              <a:ext uri="{FF2B5EF4-FFF2-40B4-BE49-F238E27FC236}">
                <a16:creationId xmlns:a16="http://schemas.microsoft.com/office/drawing/2014/main" id="{05D1F370-AD5F-2E12-5C70-FAC4AD404953}"/>
              </a:ext>
            </a:extLst>
          </p:cNvPr>
          <p:cNvCxnSpPr/>
          <p:nvPr userDrawn="1"/>
        </p:nvCxnSpPr>
        <p:spPr>
          <a:xfrm>
            <a:off x="1295550" y="2776538"/>
            <a:ext cx="0" cy="6480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6180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E9B8896A-F36F-408D-BD52-6518A9D4976B}" type="datetime1">
              <a:rPr kumimoji="1" lang="ja-JP" altLang="en-US" smtClean="0"/>
              <a:t>2026/10/13</a:t>
            </a:fld>
            <a:endParaRPr kumimoji="1" lang="ja-JP" altLang="en-US"/>
          </a:p>
        </p:txBody>
      </p:sp>
      <p:sp>
        <p:nvSpPr>
          <p:cNvPr id="4" name="フッター プレースホルダー 3"/>
          <p:cNvSpPr>
            <a:spLocks noGrp="1"/>
          </p:cNvSpPr>
          <p:nvPr>
            <p:ph type="ftr" sz="quarter" idx="11"/>
          </p:nvPr>
        </p:nvSpPr>
        <p:spPr/>
        <p:txBody>
          <a:bodyPr/>
          <a:lstStyle/>
          <a:p>
            <a:r>
              <a:rPr kumimoji="1" lang="en-US" altLang="ja-JP"/>
              <a:t>‹#›</a:t>
            </a:r>
            <a:endParaRPr kumimoji="1" lang="ja-JP" altLang="en-US"/>
          </a:p>
        </p:txBody>
      </p:sp>
      <p:sp>
        <p:nvSpPr>
          <p:cNvPr id="5" name="スライド番号プレースホルダー 4"/>
          <p:cNvSpPr>
            <a:spLocks noGrp="1"/>
          </p:cNvSpPr>
          <p:nvPr>
            <p:ph type="sldNum" sz="quarter" idx="12"/>
          </p:nvPr>
        </p:nvSpPr>
        <p:spPr/>
        <p:txBody>
          <a:bodyPr/>
          <a:lstStyle/>
          <a:p>
            <a:fld id="{35894915-1B34-4D91-B302-0DD780FBD655}"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E0B4DDD1-9778-799B-0E24-FAAB7AE9728A}"/>
              </a:ext>
            </a:extLst>
          </p:cNvPr>
          <p:cNvSpPr>
            <a:spLocks/>
          </p:cNvSpPr>
          <p:nvPr userDrawn="1"/>
        </p:nvSpPr>
        <p:spPr>
          <a:xfrm>
            <a:off x="0" y="1"/>
            <a:ext cx="12191999" cy="6858000"/>
          </a:xfrm>
          <a:prstGeom prst="rect">
            <a:avLst/>
          </a:prstGeom>
          <a:gradFill flip="none" rotWithShape="1">
            <a:gsLst>
              <a:gs pos="0">
                <a:srgbClr val="215F99"/>
              </a:gs>
              <a:gs pos="100000">
                <a:srgbClr val="203A66"/>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直角三角形 6">
            <a:extLst>
              <a:ext uri="{FF2B5EF4-FFF2-40B4-BE49-F238E27FC236}">
                <a16:creationId xmlns:a16="http://schemas.microsoft.com/office/drawing/2014/main" id="{51040AAF-76B3-A1BC-FA10-5328841EA540}"/>
              </a:ext>
            </a:extLst>
          </p:cNvPr>
          <p:cNvSpPr/>
          <p:nvPr userDrawn="1"/>
        </p:nvSpPr>
        <p:spPr>
          <a:xfrm flipH="1">
            <a:off x="9802343" y="-2"/>
            <a:ext cx="2396478" cy="6858001"/>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アイコン&#10;&#10;中程度の精度で自動的に生成された説明">
            <a:extLst>
              <a:ext uri="{FF2B5EF4-FFF2-40B4-BE49-F238E27FC236}">
                <a16:creationId xmlns:a16="http://schemas.microsoft.com/office/drawing/2014/main" id="{D451F1FB-F3B4-1D97-95B2-ACDA034DF31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17048" y="6342631"/>
            <a:ext cx="1387084" cy="206671"/>
          </a:xfrm>
          <a:prstGeom prst="rect">
            <a:avLst/>
          </a:prstGeom>
        </p:spPr>
      </p:pic>
      <p:sp>
        <p:nvSpPr>
          <p:cNvPr id="9" name="正方形/長方形 8">
            <a:extLst>
              <a:ext uri="{FF2B5EF4-FFF2-40B4-BE49-F238E27FC236}">
                <a16:creationId xmlns:a16="http://schemas.microsoft.com/office/drawing/2014/main" id="{3AFD890B-8035-34CA-E374-CB6FAEAFE595}"/>
              </a:ext>
            </a:extLst>
          </p:cNvPr>
          <p:cNvSpPr>
            <a:spLocks/>
          </p:cNvSpPr>
          <p:nvPr userDrawn="1"/>
        </p:nvSpPr>
        <p:spPr>
          <a:xfrm>
            <a:off x="859369" y="867678"/>
            <a:ext cx="10477325" cy="5110270"/>
          </a:xfrm>
          <a:prstGeom prst="rect">
            <a:avLst/>
          </a:prstGeom>
          <a:gradFill>
            <a:gsLst>
              <a:gs pos="0">
                <a:srgbClr val="215F99"/>
              </a:gs>
              <a:gs pos="100000">
                <a:srgbClr val="203A66"/>
              </a:gs>
            </a:gsLst>
            <a:path path="circle">
              <a:fillToRect l="100000" t="100000"/>
            </a:path>
          </a:gradFill>
          <a:ln>
            <a:noFill/>
          </a:ln>
          <a:effectLst>
            <a:outerShdw blurRad="203200" dir="2700000" algn="tl" rotWithShape="0">
              <a:prstClr val="black">
                <a:alpha val="3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a:extLst>
              <a:ext uri="{FF2B5EF4-FFF2-40B4-BE49-F238E27FC236}">
                <a16:creationId xmlns:a16="http://schemas.microsoft.com/office/drawing/2014/main" id="{8B70CAB1-C63E-1DEB-F3CF-A7F7CD38AAD7}"/>
              </a:ext>
            </a:extLst>
          </p:cNvPr>
          <p:cNvSpPr/>
          <p:nvPr userDrawn="1"/>
        </p:nvSpPr>
        <p:spPr>
          <a:xfrm rot="10800000" flipV="1">
            <a:off x="9559694" y="867676"/>
            <a:ext cx="1785746" cy="5110270"/>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1434072" y="2083359"/>
            <a:ext cx="8982976" cy="1339451"/>
          </a:xfrm>
        </p:spPr>
        <p:txBody>
          <a:bodyPr>
            <a:noAutofit/>
          </a:bodyPr>
          <a:lstStyle>
            <a:lvl1pPr>
              <a:defRPr sz="4800">
                <a:solidFill>
                  <a:schemeClr val="bg1"/>
                </a:solidFill>
                <a:latin typeface="+mn-ea"/>
                <a:ea typeface="+mn-ea"/>
              </a:defRPr>
            </a:lvl1pPr>
          </a:lstStyle>
          <a:p>
            <a:r>
              <a:rPr kumimoji="1" lang="ja-JP" altLang="en-US" dirty="0"/>
              <a:t>章 タイトルの</a:t>
            </a:r>
            <a:br>
              <a:rPr kumimoji="1" lang="en-US" altLang="ja-JP" dirty="0"/>
            </a:br>
            <a:r>
              <a:rPr kumimoji="1" lang="ja-JP" altLang="en-US" dirty="0"/>
              <a:t>書式設定</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50" y="2083359"/>
            <a:ext cx="0" cy="126975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62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最終ページ②">
    <p:spTree>
      <p:nvGrpSpPr>
        <p:cNvPr id="1" name=""/>
        <p:cNvGrpSpPr/>
        <p:nvPr/>
      </p:nvGrpSpPr>
      <p:grpSpPr>
        <a:xfrm>
          <a:off x="0" y="0"/>
          <a:ext cx="0" cy="0"/>
          <a:chOff x="0" y="0"/>
          <a:chExt cx="0" cy="0"/>
        </a:xfrm>
      </p:grpSpPr>
      <p:pic>
        <p:nvPicPr>
          <p:cNvPr id="4" name="図 3"/>
          <p:cNvPicPr>
            <a:picLocks noChangeAspect="1"/>
          </p:cNvPicPr>
          <p:nvPr userDrawn="1"/>
        </p:nvPicPr>
        <p:blipFill rotWithShape="1">
          <a:blip r:embed="rId2" cstate="print">
            <a:extLst>
              <a:ext uri="{28A0092B-C50C-407E-A947-70E740481C1C}">
                <a14:useLocalDpi xmlns:a14="http://schemas.microsoft.com/office/drawing/2010/main" val="0"/>
              </a:ext>
            </a:extLst>
          </a:blip>
          <a:srcRect t="7342" b="7910"/>
          <a:stretch/>
        </p:blipFill>
        <p:spPr>
          <a:xfrm>
            <a:off x="0" y="0"/>
            <a:ext cx="12192927" cy="6894095"/>
          </a:xfrm>
          <a:prstGeom prst="rect">
            <a:avLst/>
          </a:prstGeom>
        </p:spPr>
      </p:pic>
      <p:sp>
        <p:nvSpPr>
          <p:cNvPr id="17" name="正方形/長方形 16"/>
          <p:cNvSpPr/>
          <p:nvPr userDrawn="1"/>
        </p:nvSpPr>
        <p:spPr>
          <a:xfrm>
            <a:off x="6385502" y="5676349"/>
            <a:ext cx="4917989" cy="738664"/>
          </a:xfrm>
          <a:prstGeom prst="rect">
            <a:avLst/>
          </a:prstGeom>
        </p:spPr>
        <p:txBody>
          <a:bodyPr wrap="square">
            <a:spAutoFit/>
          </a:bodyPr>
          <a:lstStyle/>
          <a:p>
            <a:pPr algn="ctr">
              <a:defRPr/>
            </a:pPr>
            <a:r>
              <a:rPr lang="ja-JP" altLang="en-US" sz="1400" dirty="0">
                <a:ln>
                  <a:solidFill>
                    <a:schemeClr val="bg1"/>
                  </a:solidFill>
                </a:ln>
                <a:solidFill>
                  <a:schemeClr val="bg1"/>
                </a:solidFill>
                <a:latin typeface="+mn-ea"/>
                <a:ea typeface="+mn-ea"/>
                <a:cs typeface="メイリオ" pitchFamily="50" charset="-128"/>
              </a:rPr>
              <a:t>東京都港区海岸</a:t>
            </a:r>
            <a:r>
              <a:rPr lang="en-US" altLang="ja-JP" sz="1400" dirty="0">
                <a:ln>
                  <a:solidFill>
                    <a:schemeClr val="bg1"/>
                  </a:solidFill>
                </a:ln>
                <a:solidFill>
                  <a:schemeClr val="bg1"/>
                </a:solidFill>
                <a:latin typeface="+mn-ea"/>
                <a:ea typeface="+mn-ea"/>
                <a:cs typeface="メイリオ" pitchFamily="50" charset="-128"/>
              </a:rPr>
              <a:t>3-20-20</a:t>
            </a:r>
            <a:r>
              <a:rPr lang="ja-JP" altLang="en-US" sz="1400" dirty="0">
                <a:ln>
                  <a:solidFill>
                    <a:schemeClr val="bg1"/>
                  </a:solidFill>
                </a:ln>
                <a:solidFill>
                  <a:schemeClr val="bg1"/>
                </a:solidFill>
                <a:latin typeface="+mn-ea"/>
                <a:ea typeface="+mn-ea"/>
                <a:cs typeface="メイリオ" pitchFamily="50" charset="-128"/>
              </a:rPr>
              <a:t> ヨコソーレインボータワー</a:t>
            </a:r>
            <a:r>
              <a:rPr lang="en-US" altLang="ja-JP" sz="1400" dirty="0">
                <a:ln>
                  <a:solidFill>
                    <a:schemeClr val="bg1"/>
                  </a:solidFill>
                </a:ln>
                <a:solidFill>
                  <a:schemeClr val="bg1"/>
                </a:solidFill>
                <a:latin typeface="+mn-ea"/>
                <a:ea typeface="+mn-ea"/>
                <a:cs typeface="メイリオ" pitchFamily="50" charset="-128"/>
              </a:rPr>
              <a:t>4</a:t>
            </a:r>
            <a:r>
              <a:rPr lang="ja-JP" altLang="en-US" sz="1400" dirty="0">
                <a:ln>
                  <a:solidFill>
                    <a:schemeClr val="bg1"/>
                  </a:solidFill>
                </a:ln>
                <a:solidFill>
                  <a:schemeClr val="bg1"/>
                </a:solidFill>
                <a:latin typeface="+mn-ea"/>
                <a:ea typeface="+mn-ea"/>
                <a:cs typeface="メイリオ" pitchFamily="50" charset="-128"/>
              </a:rPr>
              <a:t>階</a:t>
            </a:r>
            <a:endParaRPr lang="en-US" altLang="ja-JP" sz="1400" dirty="0">
              <a:ln>
                <a:solidFill>
                  <a:schemeClr val="bg1"/>
                </a:solidFill>
              </a:ln>
              <a:solidFill>
                <a:schemeClr val="bg1"/>
              </a:solidFill>
              <a:latin typeface="+mn-ea"/>
              <a:ea typeface="+mn-ea"/>
              <a:cs typeface="メイリオ" pitchFamily="50" charset="-128"/>
            </a:endParaRPr>
          </a:p>
          <a:p>
            <a:pPr algn="ctr">
              <a:defRPr/>
            </a:pPr>
            <a:r>
              <a:rPr lang="en-US" altLang="ja-JP" sz="1400" dirty="0">
                <a:ln>
                  <a:solidFill>
                    <a:schemeClr val="bg1"/>
                  </a:solidFill>
                </a:ln>
                <a:solidFill>
                  <a:schemeClr val="bg1"/>
                </a:solidFill>
                <a:latin typeface="+mn-ea"/>
                <a:ea typeface="+mn-ea"/>
                <a:cs typeface="メイリオ" pitchFamily="50" charset="-128"/>
              </a:rPr>
              <a:t>TEL:03-5418-8500(</a:t>
            </a:r>
            <a:r>
              <a:rPr lang="ja-JP" altLang="en-US" sz="1400" dirty="0">
                <a:ln>
                  <a:solidFill>
                    <a:schemeClr val="bg1"/>
                  </a:solidFill>
                </a:ln>
                <a:solidFill>
                  <a:schemeClr val="bg1"/>
                </a:solidFill>
                <a:latin typeface="+mn-ea"/>
                <a:ea typeface="+mn-ea"/>
                <a:cs typeface="メイリオ" pitchFamily="50" charset="-128"/>
              </a:rPr>
              <a:t>代表</a:t>
            </a:r>
            <a:r>
              <a:rPr lang="en-US" altLang="ja-JP" sz="1400" dirty="0">
                <a:ln>
                  <a:solidFill>
                    <a:schemeClr val="bg1"/>
                  </a:solidFill>
                </a:ln>
                <a:solidFill>
                  <a:schemeClr val="bg1"/>
                </a:solidFill>
                <a:latin typeface="+mn-ea"/>
                <a:ea typeface="+mn-ea"/>
                <a:cs typeface="メイリオ" pitchFamily="50" charset="-128"/>
              </a:rPr>
              <a:t>)</a:t>
            </a:r>
          </a:p>
          <a:p>
            <a:pPr algn="ctr">
              <a:defRPr/>
            </a:pPr>
            <a:r>
              <a:rPr lang="en-US" altLang="ja-JP" sz="1400" dirty="0">
                <a:ln>
                  <a:solidFill>
                    <a:schemeClr val="bg1"/>
                  </a:solidFill>
                </a:ln>
                <a:solidFill>
                  <a:schemeClr val="bg1"/>
                </a:solidFill>
                <a:latin typeface="+mn-ea"/>
                <a:ea typeface="+mn-ea"/>
                <a:cs typeface="メイリオ" pitchFamily="50" charset="-128"/>
              </a:rPr>
              <a:t>https://www.techvan.co.jp/</a:t>
            </a:r>
          </a:p>
        </p:txBody>
      </p:sp>
      <p:pic>
        <p:nvPicPr>
          <p:cNvPr id="18" name="図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89769" y="240790"/>
            <a:ext cx="1337454" cy="198000"/>
          </a:xfrm>
          <a:prstGeom prst="rect">
            <a:avLst/>
          </a:prstGeom>
        </p:spPr>
      </p:pic>
      <p:sp>
        <p:nvSpPr>
          <p:cNvPr id="8" name="正方形/長方形 7"/>
          <p:cNvSpPr/>
          <p:nvPr userDrawn="1"/>
        </p:nvSpPr>
        <p:spPr>
          <a:xfrm>
            <a:off x="0" y="2852074"/>
            <a:ext cx="12192000" cy="1015663"/>
          </a:xfrm>
          <a:prstGeom prst="rect">
            <a:avLst/>
          </a:prstGeom>
          <a:solidFill>
            <a:srgbClr val="0070C0">
              <a:alpha val="39000"/>
            </a:srgbClr>
          </a:solidFill>
        </p:spPr>
        <p:txBody>
          <a:bodyPr wrap="square">
            <a:spAutoFit/>
          </a:bodyPr>
          <a:lstStyle/>
          <a:p>
            <a:pPr algn="ctr" eaLnBrk="1" hangingPunct="1">
              <a:defRPr/>
            </a:pPr>
            <a:r>
              <a:rPr lang="en-US" altLang="ja-JP" sz="6000" b="1" dirty="0">
                <a:solidFill>
                  <a:schemeClr val="bg1"/>
                </a:solidFill>
                <a:latin typeface="+mn-ea"/>
                <a:ea typeface="+mn-ea"/>
                <a:cs typeface="メイリオ" pitchFamily="50" charset="-128"/>
              </a:rPr>
              <a:t>Thank you</a:t>
            </a:r>
          </a:p>
        </p:txBody>
      </p:sp>
      <p:sp>
        <p:nvSpPr>
          <p:cNvPr id="3" name="正方形/長方形 2"/>
          <p:cNvSpPr/>
          <p:nvPr userDrawn="1"/>
        </p:nvSpPr>
        <p:spPr>
          <a:xfrm>
            <a:off x="7828833" y="5292155"/>
            <a:ext cx="2031325" cy="369332"/>
          </a:xfrm>
          <a:prstGeom prst="rect">
            <a:avLst/>
          </a:prstGeom>
        </p:spPr>
        <p:txBody>
          <a:bodyPr wrap="none">
            <a:spAutoFit/>
          </a:bodyPr>
          <a:lstStyle/>
          <a:p>
            <a:pPr algn="ctr" eaLnBrk="1" hangingPunct="1">
              <a:defRPr/>
            </a:pPr>
            <a:r>
              <a:rPr lang="ja-JP" altLang="en-US" sz="1800" dirty="0">
                <a:ln>
                  <a:solidFill>
                    <a:schemeClr val="bg1"/>
                  </a:solidFill>
                </a:ln>
                <a:solidFill>
                  <a:schemeClr val="bg1"/>
                </a:solidFill>
                <a:latin typeface="+mn-lt"/>
                <a:ea typeface="+mj-ea"/>
                <a:cs typeface="メイリオ" pitchFamily="50" charset="-128"/>
              </a:rPr>
              <a:t>テクバン株式会社</a:t>
            </a:r>
            <a:endParaRPr lang="en-US" altLang="ja-JP" sz="1800" dirty="0">
              <a:ln>
                <a:solidFill>
                  <a:schemeClr val="bg1"/>
                </a:solidFill>
              </a:ln>
              <a:solidFill>
                <a:schemeClr val="bg1"/>
              </a:solidFill>
              <a:latin typeface="+mn-lt"/>
              <a:ea typeface="+mj-ea"/>
              <a:cs typeface="メイリオ" pitchFamily="50" charset="-128"/>
            </a:endParaRPr>
          </a:p>
        </p:txBody>
      </p:sp>
      <p:sp>
        <p:nvSpPr>
          <p:cNvPr id="10" name="テキスト ボックス 9"/>
          <p:cNvSpPr txBox="1">
            <a:spLocks noChangeArrowheads="1"/>
          </p:cNvSpPr>
          <p:nvPr userDrawn="1"/>
        </p:nvSpPr>
        <p:spPr bwMode="auto">
          <a:xfrm>
            <a:off x="0" y="6650284"/>
            <a:ext cx="1219199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itchFamily="34" charset="0"/>
                <a:ea typeface="ＭＳ Ｐゴシック" charset="-128"/>
              </a:defRPr>
            </a:lvl1pPr>
            <a:lvl2pPr marL="742950" indent="-285750">
              <a:defRPr kumimoji="1">
                <a:solidFill>
                  <a:schemeClr val="tx1"/>
                </a:solidFill>
                <a:latin typeface="Calibri" pitchFamily="34" charset="0"/>
                <a:ea typeface="ＭＳ Ｐゴシック" charset="-128"/>
              </a:defRPr>
            </a:lvl2pPr>
            <a:lvl3pPr marL="1143000" indent="-228600">
              <a:defRPr kumimoji="1">
                <a:solidFill>
                  <a:schemeClr val="tx1"/>
                </a:solidFill>
                <a:latin typeface="Calibri" pitchFamily="34" charset="0"/>
                <a:ea typeface="ＭＳ Ｐゴシック" charset="-128"/>
              </a:defRPr>
            </a:lvl3pPr>
            <a:lvl4pPr marL="1600200" indent="-228600">
              <a:defRPr kumimoji="1">
                <a:solidFill>
                  <a:schemeClr val="tx1"/>
                </a:solidFill>
                <a:latin typeface="Calibri" pitchFamily="34" charset="0"/>
                <a:ea typeface="ＭＳ Ｐゴシック" charset="-128"/>
              </a:defRPr>
            </a:lvl4pPr>
            <a:lvl5pPr marL="2057400" indent="-228600">
              <a:defRPr kumimoji="1">
                <a:solidFill>
                  <a:schemeClr val="tx1"/>
                </a:solidFill>
                <a:latin typeface="Calibri" pitchFamily="34" charset="0"/>
                <a:ea typeface="ＭＳ Ｐゴシック" charset="-128"/>
              </a:defRPr>
            </a:lvl5pPr>
            <a:lvl6pPr marL="2514600" indent="-228600" fontAlgn="base">
              <a:spcBef>
                <a:spcPct val="0"/>
              </a:spcBef>
              <a:spcAft>
                <a:spcPct val="0"/>
              </a:spcAft>
              <a:defRPr kumimoji="1">
                <a:solidFill>
                  <a:schemeClr val="tx1"/>
                </a:solidFill>
                <a:latin typeface="Calibri" pitchFamily="34" charset="0"/>
                <a:ea typeface="ＭＳ Ｐゴシック" charset="-128"/>
              </a:defRPr>
            </a:lvl6pPr>
            <a:lvl7pPr marL="2971800" indent="-228600" fontAlgn="base">
              <a:spcBef>
                <a:spcPct val="0"/>
              </a:spcBef>
              <a:spcAft>
                <a:spcPct val="0"/>
              </a:spcAft>
              <a:defRPr kumimoji="1">
                <a:solidFill>
                  <a:schemeClr val="tx1"/>
                </a:solidFill>
                <a:latin typeface="Calibri" pitchFamily="34" charset="0"/>
                <a:ea typeface="ＭＳ Ｐゴシック" charset="-128"/>
              </a:defRPr>
            </a:lvl7pPr>
            <a:lvl8pPr marL="3429000" indent="-228600" fontAlgn="base">
              <a:spcBef>
                <a:spcPct val="0"/>
              </a:spcBef>
              <a:spcAft>
                <a:spcPct val="0"/>
              </a:spcAft>
              <a:defRPr kumimoji="1">
                <a:solidFill>
                  <a:schemeClr val="tx1"/>
                </a:solidFill>
                <a:latin typeface="Calibri" pitchFamily="34" charset="0"/>
                <a:ea typeface="ＭＳ Ｐゴシック" charset="-128"/>
              </a:defRPr>
            </a:lvl8pPr>
            <a:lvl9pPr marL="3886200" indent="-228600" fontAlgn="base">
              <a:spcBef>
                <a:spcPct val="0"/>
              </a:spcBef>
              <a:spcAft>
                <a:spcPct val="0"/>
              </a:spcAft>
              <a:defRPr kumimoji="1">
                <a:solidFill>
                  <a:schemeClr val="tx1"/>
                </a:solidFill>
                <a:latin typeface="Calibri" pitchFamily="34" charset="0"/>
                <a:ea typeface="ＭＳ Ｐゴシック" charset="-128"/>
              </a:defRPr>
            </a:lvl9pPr>
          </a:lstStyle>
          <a:p>
            <a:pPr algn="ctr" eaLnBrk="1" hangingPunct="1">
              <a:defRPr/>
            </a:pPr>
            <a:r>
              <a:rPr lang="en-US" altLang="ja-JP" sz="900" b="0">
                <a:solidFill>
                  <a:schemeClr val="bg1"/>
                </a:solidFill>
                <a:latin typeface="メイリオ" pitchFamily="50" charset="-128"/>
                <a:ea typeface="メイリオ" pitchFamily="50" charset="-128"/>
                <a:cs typeface="メイリオ" pitchFamily="50" charset="-128"/>
              </a:rPr>
              <a:t>Copyright(C) TechVan Co,Ltd</a:t>
            </a:r>
            <a:endParaRPr lang="en-US" altLang="ja-JP" sz="900" b="0"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57006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CHVAN 本文（ラベル付き）">
    <p:spTree>
      <p:nvGrpSpPr>
        <p:cNvPr id="1" name=""/>
        <p:cNvGrpSpPr/>
        <p:nvPr/>
      </p:nvGrpSpPr>
      <p:grpSpPr>
        <a:xfrm>
          <a:off x="0" y="0"/>
          <a:ext cx="0" cy="0"/>
          <a:chOff x="0" y="0"/>
          <a:chExt cx="0" cy="0"/>
        </a:xfrm>
      </p:grpSpPr>
      <p:sp>
        <p:nvSpPr>
          <p:cNvPr id="6" name="直角三角形 5"/>
          <p:cNvSpPr/>
          <p:nvPr userDrawn="1"/>
        </p:nvSpPr>
        <p:spPr>
          <a:xfrm flipH="1">
            <a:off x="11853308" y="5895948"/>
            <a:ext cx="336182" cy="962052"/>
          </a:xfrm>
          <a:prstGeom prst="rtTriangle">
            <a:avLst/>
          </a:prstGeom>
          <a:gradFill>
            <a:gsLst>
              <a:gs pos="0">
                <a:schemeClr val="tx2">
                  <a:lumMod val="90000"/>
                  <a:lumOff val="10000"/>
                </a:schemeClr>
              </a:gs>
              <a:gs pos="100000">
                <a:schemeClr val="tx2">
                  <a:lumMod val="75000"/>
                  <a:lumOff val="25000"/>
                </a:schemeClr>
              </a:gs>
            </a:gsLst>
            <a:lin ang="5400000" scaled="0"/>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p:cNvSpPr txBox="1"/>
          <p:nvPr userDrawn="1"/>
        </p:nvSpPr>
        <p:spPr>
          <a:xfrm>
            <a:off x="11882464" y="6490778"/>
            <a:ext cx="367408" cy="276999"/>
          </a:xfrm>
          <a:prstGeom prst="rect">
            <a:avLst/>
          </a:prstGeom>
          <a:noFill/>
        </p:spPr>
        <p:txBody>
          <a:bodyPr wrap="none" rtlCol="0">
            <a:spAutoFit/>
          </a:bodyPr>
          <a:lstStyle/>
          <a:p>
            <a:pPr algn="ctr"/>
            <a:fld id="{35894915-1B34-4D91-B302-0DD780FBD655}" type="slidenum">
              <a:rPr kumimoji="1" lang="ja-JP" altLang="en-US" sz="1200" smtClean="0">
                <a:solidFill>
                  <a:schemeClr val="bg1"/>
                </a:solidFill>
              </a:rPr>
              <a:pPr algn="ctr"/>
              <a:t>‹#›</a:t>
            </a:fld>
            <a:endParaRPr kumimoji="1" lang="ja-JP" altLang="en-US" sz="1200" dirty="0">
              <a:solidFill>
                <a:schemeClr val="bg1"/>
              </a:solidFill>
            </a:endParaRPr>
          </a:p>
        </p:txBody>
      </p:sp>
      <p:grpSp>
        <p:nvGrpSpPr>
          <p:cNvPr id="42" name="グループ化 41"/>
          <p:cNvGrpSpPr/>
          <p:nvPr userDrawn="1"/>
        </p:nvGrpSpPr>
        <p:grpSpPr>
          <a:xfrm>
            <a:off x="9151581" y="6568644"/>
            <a:ext cx="2606046" cy="205710"/>
            <a:chOff x="8928119" y="6540069"/>
            <a:chExt cx="2606046" cy="205710"/>
          </a:xfrm>
        </p:grpSpPr>
        <p:pic>
          <p:nvPicPr>
            <p:cNvPr id="43" name="図 42" descr="アイコン&#10;&#10;中程度の精度で自動的に生成された説明"/>
            <p:cNvPicPr>
              <a:picLocks noChangeAspect="1"/>
            </p:cNvPicPr>
            <p:nvPr/>
          </p:nvPicPr>
          <p:blipFill>
            <a:blip r:embed="rId1" cstate="hqprint"/>
            <a:stretch>
              <a:fillRect/>
            </a:stretch>
          </p:blipFill>
          <p:spPr>
            <a:xfrm>
              <a:off x="10464158" y="6540069"/>
              <a:ext cx="1070007" cy="159428"/>
            </a:xfrm>
            <a:prstGeom prst="rect">
              <a:avLst/>
            </a:prstGeom>
          </p:spPr>
        </p:pic>
        <p:sp>
          <p:nvSpPr>
            <p:cNvPr id="44" name="テキスト ボックス 43"/>
            <p:cNvSpPr txBox="1"/>
            <p:nvPr/>
          </p:nvSpPr>
          <p:spPr>
            <a:xfrm>
              <a:off x="8928119" y="6545724"/>
              <a:ext cx="1398140" cy="200055"/>
            </a:xfrm>
            <a:prstGeom prst="rect">
              <a:avLst/>
            </a:prstGeom>
            <a:noFill/>
          </p:spPr>
          <p:txBody>
            <a:bodyPr wrap="none" rtlCol="0">
              <a:spAutoFit/>
            </a:bodyPr>
            <a:lstStyle/>
            <a:p>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Copyright(C)</a:t>
              </a:r>
              <a:r>
                <a:rPr kumimoji="1" lang="en-US" altLang="ja-JP" sz="700" dirty="0" err="1">
                  <a:solidFill>
                    <a:schemeClr val="tx1">
                      <a:lumMod val="75000"/>
                      <a:lumOff val="25000"/>
                    </a:schemeClr>
                  </a:solidFill>
                  <a:latin typeface="Arial" panose="020B0604020202020204" pitchFamily="34" charset="0"/>
                  <a:cs typeface="Arial" panose="020B0604020202020204" pitchFamily="34" charset="0"/>
                </a:rPr>
                <a:t>TechVan</a:t>
              </a:r>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 co., Ltd.</a:t>
              </a:r>
              <a:endParaRPr kumimoji="1" lang="ja-JP" altLang="en-US" sz="700" dirty="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45" name="タイトル 1"/>
          <p:cNvSpPr>
            <a:spLocks noGrp="1"/>
          </p:cNvSpPr>
          <p:nvPr>
            <p:ph type="title"/>
          </p:nvPr>
        </p:nvSpPr>
        <p:spPr>
          <a:xfrm>
            <a:off x="502920" y="512064"/>
            <a:ext cx="11183112" cy="502920"/>
          </a:xfrm>
        </p:spPr>
        <p:txBody>
          <a:bodyPr lIns="0" rIns="0" anchor="ctr">
            <a:normAutofit/>
          </a:bodyPr>
          <a:lstStyle>
            <a:lvl1pPr>
              <a:defRPr sz="2400" b="1">
                <a:solidFill>
                  <a:schemeClr val="tx2">
                    <a:lumMod val="90000"/>
                    <a:lumOff val="10000"/>
                  </a:schemeClr>
                </a:solidFill>
                <a:latin typeface="+mn-ea"/>
                <a:ea typeface="+mn-ea"/>
              </a:defRPr>
            </a:lvl1pPr>
          </a:lstStyle>
          <a:p>
            <a:r>
              <a:rPr kumimoji="1" lang="ja-JP" altLang="en-US" dirty="0"/>
              <a:t>マスター タイトルの書式設定</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69CFA4B-8E29-9FDD-9EED-011F58C685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7418B3-C53F-52BF-F5E3-0329B498D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FB7CAE-EC93-414B-C009-62040C9983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B8896A-F36F-408D-BD52-6518A9D4976B}" type="datetime1">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8CF722A2-6355-9E66-7702-E40B276C6A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en-US" altLang="ja-JP"/>
              <a:t>‹#›</a:t>
            </a:r>
            <a:endParaRPr kumimoji="1" lang="ja-JP" altLang="en-US"/>
          </a:p>
        </p:txBody>
      </p:sp>
      <p:sp>
        <p:nvSpPr>
          <p:cNvPr id="6" name="スライド番号プレースホルダー 5">
            <a:extLst>
              <a:ext uri="{FF2B5EF4-FFF2-40B4-BE49-F238E27FC236}">
                <a16:creationId xmlns:a16="http://schemas.microsoft.com/office/drawing/2014/main" id="{A9A58936-C906-7FC1-4F30-88C2D8D5B2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894915-1B34-4D91-B302-0DD780FBD655}" type="slidenum">
              <a:rPr kumimoji="1" lang="ja-JP" altLang="en-US" smtClean="0"/>
              <a:t>‹#›</a:t>
            </a:fld>
            <a:endParaRPr kumimoji="1" lang="ja-JP" altLang="en-US"/>
          </a:p>
        </p:txBody>
      </p:sp>
    </p:spTree>
    <p:extLst>
      <p:ext uri="{BB962C8B-B14F-4D97-AF65-F5344CB8AC3E}">
        <p14:creationId xmlns:p14="http://schemas.microsoft.com/office/powerpoint/2010/main" val="1974177499"/>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663" r:id="rId3"/>
    <p:sldLayoutId id="2147483656" r:id="rId4"/>
    <p:sldLayoutId id="2147483661" r:id="rId5"/>
    <p:sldLayoutId id="2147483662" r:id="rId6"/>
    <p:sldLayoutId id="2147483658" r:id="rId7"/>
    <p:sldLayoutId id="2147483664" r:id="rId9"/>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トップで利用するスライド</a:t>
            </a:r>
          </a:p>
        </p:txBody>
      </p:sp>
    </p:spTree>
    <p:extLst>
      <p:ext uri="{BB962C8B-B14F-4D97-AF65-F5344CB8AC3E}">
        <p14:creationId xmlns:p14="http://schemas.microsoft.com/office/powerpoint/2010/main" val="2626950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通常のスライド</a:t>
            </a:r>
          </a:p>
        </p:txBody>
      </p:sp>
      <p:sp>
        <p:nvSpPr>
          <p:cNvPr id="3" name="コンテンツ プレースホルダー 2"/>
          <p:cNvSpPr>
            <a:spLocks noGrp="1"/>
          </p:cNvSpPr>
          <p:nvPr>
            <p:ph sz="half" idx="2"/>
          </p:nvPr>
        </p:nvSpPr>
        <p:spPr/>
        <p:txBody>
          <a:bodyPr/>
          <a:lstStyle/>
          <a:p>
            <a:endParaRPr kumimoji="1" lang="ja-JP" altLang="en-US"/>
          </a:p>
        </p:txBody>
      </p:sp>
    </p:spTree>
    <p:extLst>
      <p:ext uri="{BB962C8B-B14F-4D97-AF65-F5344CB8AC3E}">
        <p14:creationId xmlns:p14="http://schemas.microsoft.com/office/powerpoint/2010/main" val="1010697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章立て用スライド</a:t>
            </a:r>
          </a:p>
        </p:txBody>
      </p:sp>
    </p:spTree>
    <p:extLst>
      <p:ext uri="{BB962C8B-B14F-4D97-AF65-F5344CB8AC3E}">
        <p14:creationId xmlns:p14="http://schemas.microsoft.com/office/powerpoint/2010/main" val="309742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31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以降、参考</a:t>
            </a:r>
          </a:p>
        </p:txBody>
      </p:sp>
    </p:spTree>
    <p:extLst>
      <p:ext uri="{BB962C8B-B14F-4D97-AF65-F5344CB8AC3E}">
        <p14:creationId xmlns:p14="http://schemas.microsoft.com/office/powerpoint/2010/main" val="198674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タイトル</a:t>
            </a:r>
            <a:r>
              <a:rPr lang="en-US" altLang="ja-JP" dirty="0"/>
              <a:t>1</a:t>
            </a:r>
            <a:r>
              <a:rPr lang="ja-JP" altLang="en-US" dirty="0"/>
              <a:t>行バージョン</a:t>
            </a:r>
            <a:endParaRPr lang="en-US" altLang="ja-JP" dirty="0"/>
          </a:p>
        </p:txBody>
      </p:sp>
      <p:sp>
        <p:nvSpPr>
          <p:cNvPr id="3" name="テキスト ボックス 2">
            <a:extLst>
              <a:ext uri="{FF2B5EF4-FFF2-40B4-BE49-F238E27FC236}">
                <a16:creationId xmlns:a16="http://schemas.microsoft.com/office/drawing/2014/main" id="{D4749C2A-DDEF-5BE8-E2EB-4B1BBD80B5E4}"/>
              </a:ext>
            </a:extLst>
          </p:cNvPr>
          <p:cNvSpPr txBox="1"/>
          <p:nvPr/>
        </p:nvSpPr>
        <p:spPr>
          <a:xfrm>
            <a:off x="1208014" y="1031846"/>
            <a:ext cx="2640417" cy="369332"/>
          </a:xfrm>
          <a:prstGeom prst="rect">
            <a:avLst/>
          </a:prstGeom>
          <a:noFill/>
        </p:spPr>
        <p:txBody>
          <a:bodyPr wrap="square" rtlCol="0">
            <a:spAutoFit/>
          </a:bodyPr>
          <a:lstStyle/>
          <a:p>
            <a:r>
              <a:rPr kumimoji="1" lang="ja-JP" altLang="en-US" dirty="0">
                <a:solidFill>
                  <a:schemeClr val="tx2">
                    <a:lumMod val="90000"/>
                    <a:lumOff val="10000"/>
                  </a:schemeClr>
                </a:solidFill>
              </a:rPr>
              <a:t>○○○○○○御中</a:t>
            </a:r>
          </a:p>
        </p:txBody>
      </p:sp>
      <p:sp>
        <p:nvSpPr>
          <p:cNvPr id="4" name="テキスト ボックス 3">
            <a:extLst>
              <a:ext uri="{FF2B5EF4-FFF2-40B4-BE49-F238E27FC236}">
                <a16:creationId xmlns:a16="http://schemas.microsoft.com/office/drawing/2014/main" id="{A7A0DCE5-8931-8854-CDB1-78EDF14BFBB1}"/>
              </a:ext>
            </a:extLst>
          </p:cNvPr>
          <p:cNvSpPr txBox="1"/>
          <p:nvPr/>
        </p:nvSpPr>
        <p:spPr>
          <a:xfrm>
            <a:off x="7264400" y="5444440"/>
            <a:ext cx="2284388" cy="867930"/>
          </a:xfrm>
          <a:prstGeom prst="rect">
            <a:avLst/>
          </a:prstGeom>
          <a:noFill/>
        </p:spPr>
        <p:txBody>
          <a:bodyPr wrap="square" rtlCol="0">
            <a:spAutoFit/>
          </a:bodyPr>
          <a:lstStyle/>
          <a:p>
            <a:pPr algn="ctr">
              <a:lnSpc>
                <a:spcPct val="120000"/>
              </a:lnSpc>
            </a:pPr>
            <a:r>
              <a:rPr kumimoji="1" lang="ja-JP" altLang="en-US" sz="1400" dirty="0">
                <a:solidFill>
                  <a:schemeClr val="tx2">
                    <a:lumMod val="90000"/>
                    <a:lumOff val="10000"/>
                  </a:schemeClr>
                </a:solidFill>
              </a:rPr>
              <a:t>○○○○○○部</a:t>
            </a:r>
            <a:endParaRPr kumimoji="1" lang="en-US" altLang="ja-JP" sz="1400" dirty="0">
              <a:solidFill>
                <a:schemeClr val="tx2">
                  <a:lumMod val="90000"/>
                  <a:lumOff val="10000"/>
                </a:schemeClr>
              </a:solidFill>
            </a:endParaRPr>
          </a:p>
          <a:p>
            <a:pPr algn="ctr">
              <a:lnSpc>
                <a:spcPct val="120000"/>
              </a:lnSpc>
            </a:pPr>
            <a:r>
              <a:rPr kumimoji="1" lang="ja-JP" altLang="en-US" sz="1400" dirty="0">
                <a:solidFill>
                  <a:schemeClr val="tx2">
                    <a:lumMod val="90000"/>
                    <a:lumOff val="10000"/>
                  </a:schemeClr>
                </a:solidFill>
              </a:rPr>
              <a:t>名前名前名前　</a:t>
            </a:r>
            <a:endParaRPr kumimoji="1" lang="en-US" altLang="ja-JP" sz="1400" dirty="0">
              <a:solidFill>
                <a:schemeClr val="tx2">
                  <a:lumMod val="90000"/>
                  <a:lumOff val="10000"/>
                </a:schemeClr>
              </a:solidFill>
            </a:endParaRPr>
          </a:p>
          <a:p>
            <a:pPr algn="ctr">
              <a:lnSpc>
                <a:spcPct val="120000"/>
              </a:lnSpc>
            </a:pPr>
            <a:r>
              <a:rPr kumimoji="1" lang="en-US" altLang="ja-JP" sz="1400" dirty="0">
                <a:solidFill>
                  <a:schemeClr val="tx2">
                    <a:lumMod val="90000"/>
                    <a:lumOff val="10000"/>
                  </a:schemeClr>
                </a:solidFill>
              </a:rPr>
              <a:t>YYYY.MM.DD</a:t>
            </a:r>
            <a:endParaRPr kumimoji="1" lang="ja-JP" altLang="en-US" sz="1400" dirty="0">
              <a:solidFill>
                <a:schemeClr val="tx2">
                  <a:lumMod val="90000"/>
                  <a:lumOff val="10000"/>
                </a:schemeClr>
              </a:solidFill>
            </a:endParaRPr>
          </a:p>
        </p:txBody>
      </p:sp>
      <p:sp>
        <p:nvSpPr>
          <p:cNvPr id="5" name="テキスト ボックス 4">
            <a:extLst>
              <a:ext uri="{FF2B5EF4-FFF2-40B4-BE49-F238E27FC236}">
                <a16:creationId xmlns:a16="http://schemas.microsoft.com/office/drawing/2014/main" id="{D0D64134-77CD-346E-BFDE-B1CA219DF6B0}"/>
              </a:ext>
            </a:extLst>
          </p:cNvPr>
          <p:cNvSpPr txBox="1"/>
          <p:nvPr/>
        </p:nvSpPr>
        <p:spPr>
          <a:xfrm>
            <a:off x="1457277" y="3433462"/>
            <a:ext cx="5531626" cy="830997"/>
          </a:xfrm>
          <a:prstGeom prst="rect">
            <a:avLst/>
          </a:prstGeom>
          <a:noFill/>
        </p:spPr>
        <p:txBody>
          <a:bodyPr wrap="square" rtlCol="0" anchor="t">
            <a:spAutoFit/>
          </a:bodyPr>
          <a:lstStyle/>
          <a:p>
            <a:pPr>
              <a:lnSpc>
                <a:spcPct val="120000"/>
              </a:lnSpc>
            </a:pPr>
            <a:r>
              <a:rPr kumimoji="1" lang="ja-JP" altLang="en-US" sz="2000" b="1" dirty="0">
                <a:solidFill>
                  <a:schemeClr val="tx2">
                    <a:lumMod val="90000"/>
                    <a:lumOff val="10000"/>
                  </a:schemeClr>
                </a:solidFill>
              </a:rPr>
              <a:t>サブタイトルがあればここに入れる</a:t>
            </a:r>
            <a:endParaRPr kumimoji="1" lang="en-US" altLang="ja-JP" sz="2000" b="1" dirty="0">
              <a:solidFill>
                <a:schemeClr val="tx2">
                  <a:lumMod val="90000"/>
                  <a:lumOff val="10000"/>
                </a:schemeClr>
              </a:solidFill>
            </a:endParaRPr>
          </a:p>
          <a:p>
            <a:pPr>
              <a:lnSpc>
                <a:spcPct val="120000"/>
              </a:lnSpc>
            </a:pPr>
            <a:r>
              <a:rPr lang="ja-JP" altLang="en-US" sz="2000" b="1" dirty="0">
                <a:solidFill>
                  <a:schemeClr val="tx2">
                    <a:lumMod val="90000"/>
                    <a:lumOff val="10000"/>
                  </a:schemeClr>
                </a:solidFill>
              </a:rPr>
              <a:t>フォント：游ゴシック　文字サイズ：</a:t>
            </a:r>
            <a:r>
              <a:rPr lang="en-US" altLang="ja-JP" sz="2000" b="1" dirty="0">
                <a:solidFill>
                  <a:schemeClr val="tx2">
                    <a:lumMod val="90000"/>
                    <a:lumOff val="10000"/>
                  </a:schemeClr>
                </a:solidFill>
              </a:rPr>
              <a:t>20pt</a:t>
            </a:r>
            <a:endParaRPr kumimoji="1" lang="en-US" altLang="ja-JP" sz="2000" b="1" dirty="0">
              <a:solidFill>
                <a:schemeClr val="tx2">
                  <a:lumMod val="90000"/>
                  <a:lumOff val="10000"/>
                </a:schemeClr>
              </a:solidFill>
            </a:endParaRPr>
          </a:p>
        </p:txBody>
      </p:sp>
      <p:sp>
        <p:nvSpPr>
          <p:cNvPr id="6" name="吹き出し: 折線 4">
            <a:extLst>
              <a:ext uri="{FF2B5EF4-FFF2-40B4-BE49-F238E27FC236}">
                <a16:creationId xmlns:a16="http://schemas.microsoft.com/office/drawing/2014/main" id="{C6830648-7D61-EF25-A97D-6A23EF959BC5}"/>
              </a:ext>
            </a:extLst>
          </p:cNvPr>
          <p:cNvSpPr/>
          <p:nvPr/>
        </p:nvSpPr>
        <p:spPr>
          <a:xfrm>
            <a:off x="749588" y="1737180"/>
            <a:ext cx="1778634" cy="664845"/>
          </a:xfrm>
          <a:prstGeom prst="borderCallout2">
            <a:avLst>
              <a:gd name="adj1" fmla="val 19760"/>
              <a:gd name="adj2" fmla="val 105043"/>
              <a:gd name="adj3" fmla="val 19962"/>
              <a:gd name="adj4" fmla="val 111613"/>
              <a:gd name="adj5" fmla="val 109989"/>
              <a:gd name="adj6" fmla="val 130018"/>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lang="en-US" altLang="ja-JP" sz="1100" b="1" dirty="0">
                <a:solidFill>
                  <a:schemeClr val="tx1">
                    <a:lumMod val="75000"/>
                    <a:lumOff val="25000"/>
                  </a:schemeClr>
                </a:solidFill>
              </a:rPr>
              <a:t>48pt</a:t>
            </a:r>
            <a:endParaRPr kumimoji="1" lang="ja-JP" altLang="en-US" sz="1100" b="1" dirty="0">
              <a:solidFill>
                <a:schemeClr val="tx1">
                  <a:lumMod val="75000"/>
                  <a:lumOff val="25000"/>
                </a:schemeClr>
              </a:solidFill>
            </a:endParaRPr>
          </a:p>
        </p:txBody>
      </p:sp>
      <p:sp>
        <p:nvSpPr>
          <p:cNvPr id="7" name="吹き出し: 折線 11">
            <a:extLst>
              <a:ext uri="{FF2B5EF4-FFF2-40B4-BE49-F238E27FC236}">
                <a16:creationId xmlns:a16="http://schemas.microsoft.com/office/drawing/2014/main" id="{6D8A81C8-C5D8-C2EC-8732-8CB5D31168C2}"/>
              </a:ext>
            </a:extLst>
          </p:cNvPr>
          <p:cNvSpPr/>
          <p:nvPr/>
        </p:nvSpPr>
        <p:spPr>
          <a:xfrm>
            <a:off x="3520420" y="799951"/>
            <a:ext cx="1778634" cy="1202453"/>
          </a:xfrm>
          <a:prstGeom prst="borderCallout2">
            <a:avLst>
              <a:gd name="adj1" fmla="val 30384"/>
              <a:gd name="adj2" fmla="val -14410"/>
              <a:gd name="adj3" fmla="val 28349"/>
              <a:gd name="adj4" fmla="val -4060"/>
              <a:gd name="adj5" fmla="val 29533"/>
              <a:gd name="adj6" fmla="val -15292"/>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kumimoji="1" lang="en-US" altLang="ja-JP" sz="1100" b="1" dirty="0">
                <a:solidFill>
                  <a:schemeClr val="tx1">
                    <a:lumMod val="75000"/>
                    <a:lumOff val="25000"/>
                  </a:schemeClr>
                </a:solidFill>
              </a:rPr>
              <a:t>18</a:t>
            </a:r>
            <a:r>
              <a:rPr lang="en-US" altLang="ja-JP" sz="1100" b="1" dirty="0">
                <a:solidFill>
                  <a:schemeClr val="tx1">
                    <a:lumMod val="75000"/>
                    <a:lumOff val="25000"/>
                  </a:schemeClr>
                </a:solidFill>
              </a:rPr>
              <a:t>pt</a:t>
            </a:r>
          </a:p>
          <a:p>
            <a:pPr>
              <a:lnSpc>
                <a:spcPct val="120000"/>
              </a:lnSpc>
            </a:pPr>
            <a:r>
              <a:rPr lang="en-US" altLang="ja-JP" sz="1100" b="1" dirty="0">
                <a:solidFill>
                  <a:schemeClr val="tx1">
                    <a:lumMod val="75000"/>
                    <a:lumOff val="25000"/>
                  </a:schemeClr>
                </a:solidFill>
              </a:rPr>
              <a:t>※</a:t>
            </a:r>
            <a:r>
              <a:rPr lang="ja-JP" altLang="en-US" sz="1100" b="1" dirty="0">
                <a:solidFill>
                  <a:schemeClr val="tx1">
                    <a:lumMod val="75000"/>
                    <a:lumOff val="25000"/>
                  </a:schemeClr>
                </a:solidFill>
              </a:rPr>
              <a:t>顧客に合わせて</a:t>
            </a:r>
            <a:endParaRPr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　サイズ</a:t>
            </a:r>
            <a:r>
              <a:rPr kumimoji="1" lang="en-US" altLang="ja-JP" sz="1100" b="1" dirty="0">
                <a:solidFill>
                  <a:schemeClr val="tx1">
                    <a:lumMod val="75000"/>
                    <a:lumOff val="25000"/>
                  </a:schemeClr>
                </a:solidFill>
              </a:rPr>
              <a:t>UP</a:t>
            </a:r>
            <a:r>
              <a:rPr kumimoji="1" lang="ja-JP" altLang="en-US" sz="1100" b="1" dirty="0">
                <a:solidFill>
                  <a:schemeClr val="tx1">
                    <a:lumMod val="75000"/>
                    <a:lumOff val="25000"/>
                  </a:schemeClr>
                </a:solidFill>
              </a:rPr>
              <a:t>可</a:t>
            </a:r>
            <a:endParaRPr kumimoji="1" lang="en-US" altLang="ja-JP" sz="1100" b="1" dirty="0">
              <a:solidFill>
                <a:schemeClr val="tx1">
                  <a:lumMod val="75000"/>
                  <a:lumOff val="25000"/>
                </a:schemeClr>
              </a:solidFill>
            </a:endParaRPr>
          </a:p>
        </p:txBody>
      </p:sp>
      <p:sp>
        <p:nvSpPr>
          <p:cNvPr id="8" name="吹き出し: 折線 13">
            <a:extLst>
              <a:ext uri="{FF2B5EF4-FFF2-40B4-BE49-F238E27FC236}">
                <a16:creationId xmlns:a16="http://schemas.microsoft.com/office/drawing/2014/main" id="{C0AD1B9C-097E-C328-3DCA-183D5658FE80}"/>
              </a:ext>
            </a:extLst>
          </p:cNvPr>
          <p:cNvSpPr/>
          <p:nvPr/>
        </p:nvSpPr>
        <p:spPr>
          <a:xfrm>
            <a:off x="3697651" y="5027378"/>
            <a:ext cx="1778634" cy="1141676"/>
          </a:xfrm>
          <a:prstGeom prst="borderCallout2">
            <a:avLst>
              <a:gd name="adj1" fmla="val 19760"/>
              <a:gd name="adj2" fmla="val 105043"/>
              <a:gd name="adj3" fmla="val 19962"/>
              <a:gd name="adj4" fmla="val 111613"/>
              <a:gd name="adj5" fmla="val 59041"/>
              <a:gd name="adj6" fmla="val 219162"/>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lang="en-US" altLang="ja-JP" sz="1100" b="1" dirty="0">
                <a:solidFill>
                  <a:schemeClr val="tx1">
                    <a:lumMod val="75000"/>
                    <a:lumOff val="25000"/>
                  </a:schemeClr>
                </a:solidFill>
              </a:rPr>
              <a:t>14pt</a:t>
            </a:r>
          </a:p>
          <a:p>
            <a:pPr>
              <a:lnSpc>
                <a:spcPct val="120000"/>
              </a:lnSpc>
            </a:pPr>
            <a:r>
              <a:rPr kumimoji="1" lang="en-US" altLang="ja-JP" sz="1100" b="1" dirty="0">
                <a:solidFill>
                  <a:srgbClr val="FF0000"/>
                </a:solidFill>
              </a:rPr>
              <a:t>※</a:t>
            </a:r>
            <a:r>
              <a:rPr kumimoji="1" lang="ja-JP" altLang="en-US" sz="1100" b="1" dirty="0">
                <a:solidFill>
                  <a:srgbClr val="FF0000"/>
                </a:solidFill>
              </a:rPr>
              <a:t>顧客</a:t>
            </a:r>
            <a:r>
              <a:rPr lang="ja-JP" altLang="en-US" sz="1100" b="1" dirty="0">
                <a:solidFill>
                  <a:srgbClr val="FF0000"/>
                </a:solidFill>
              </a:rPr>
              <a:t>名より小さくする</a:t>
            </a:r>
            <a:endParaRPr kumimoji="1" lang="ja-JP" altLang="en-US" sz="1100" b="1" dirty="0">
              <a:solidFill>
                <a:srgbClr val="FF0000"/>
              </a:solidFill>
            </a:endParaRPr>
          </a:p>
        </p:txBody>
      </p:sp>
      <p:pic>
        <p:nvPicPr>
          <p:cNvPr id="9" name="図 8"/>
          <p:cNvPicPr>
            <a:picLocks noChangeAspect="1"/>
          </p:cNvPicPr>
          <p:nvPr/>
        </p:nvPicPr>
        <p:blipFill rotWithShape="1">
          <a:blip r:embed="rId2"/>
          <a:srcRect l="62433" t="10619" r="32604" b="66048"/>
          <a:stretch/>
        </p:blipFill>
        <p:spPr>
          <a:xfrm>
            <a:off x="9216805" y="3044140"/>
            <a:ext cx="1815353" cy="2400300"/>
          </a:xfrm>
          <a:prstGeom prst="rect">
            <a:avLst/>
          </a:prstGeom>
        </p:spPr>
      </p:pic>
      <p:sp>
        <p:nvSpPr>
          <p:cNvPr id="10" name="吹き出し: 折線 11">
            <a:extLst>
              <a:ext uri="{FF2B5EF4-FFF2-40B4-BE49-F238E27FC236}">
                <a16:creationId xmlns:a16="http://schemas.microsoft.com/office/drawing/2014/main" id="{6D8A81C8-C5D8-C2EC-8732-8CB5D31168C2}"/>
              </a:ext>
            </a:extLst>
          </p:cNvPr>
          <p:cNvSpPr/>
          <p:nvPr/>
        </p:nvSpPr>
        <p:spPr>
          <a:xfrm>
            <a:off x="7123825" y="1176773"/>
            <a:ext cx="1778634" cy="1202453"/>
          </a:xfrm>
          <a:prstGeom prst="borderCallout2">
            <a:avLst>
              <a:gd name="adj1" fmla="val 190860"/>
              <a:gd name="adj2" fmla="val 125833"/>
              <a:gd name="adj3" fmla="val 104394"/>
              <a:gd name="adj4" fmla="val 68898"/>
              <a:gd name="adj5" fmla="val 233622"/>
              <a:gd name="adj6" fmla="val 153303"/>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タイトル部や罫線などで使用するカラーはこちら</a:t>
            </a:r>
            <a:endParaRPr kumimoji="1" lang="en-US" altLang="ja-JP" sz="1100" b="1" dirty="0">
              <a:solidFill>
                <a:schemeClr val="tx1">
                  <a:lumMod val="75000"/>
                  <a:lumOff val="25000"/>
                </a:schemeClr>
              </a:solidFill>
            </a:endParaRPr>
          </a:p>
        </p:txBody>
      </p:sp>
    </p:spTree>
    <p:extLst>
      <p:ext uri="{BB962C8B-B14F-4D97-AF65-F5344CB8AC3E}">
        <p14:creationId xmlns:p14="http://schemas.microsoft.com/office/powerpoint/2010/main" val="2599090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タイトル</a:t>
            </a:r>
            <a:br>
              <a:rPr lang="en-US" altLang="ja-JP" dirty="0"/>
            </a:br>
            <a:r>
              <a:rPr lang="en-US" altLang="ja-JP" dirty="0"/>
              <a:t>2</a:t>
            </a:r>
            <a:r>
              <a:rPr lang="ja-JP" altLang="en-US" dirty="0"/>
              <a:t>行バージョン</a:t>
            </a:r>
            <a:endParaRPr kumimoji="1" lang="ja-JP" altLang="en-US" dirty="0"/>
          </a:p>
        </p:txBody>
      </p:sp>
      <p:sp>
        <p:nvSpPr>
          <p:cNvPr id="6" name="テキスト ボックス 5">
            <a:extLst>
              <a:ext uri="{FF2B5EF4-FFF2-40B4-BE49-F238E27FC236}">
                <a16:creationId xmlns:a16="http://schemas.microsoft.com/office/drawing/2014/main" id="{D4749C2A-DDEF-5BE8-E2EB-4B1BBD80B5E4}"/>
              </a:ext>
            </a:extLst>
          </p:cNvPr>
          <p:cNvSpPr txBox="1"/>
          <p:nvPr/>
        </p:nvSpPr>
        <p:spPr>
          <a:xfrm>
            <a:off x="1208014" y="1031846"/>
            <a:ext cx="2640417" cy="369332"/>
          </a:xfrm>
          <a:prstGeom prst="rect">
            <a:avLst/>
          </a:prstGeom>
          <a:noFill/>
        </p:spPr>
        <p:txBody>
          <a:bodyPr wrap="square" rtlCol="0">
            <a:spAutoFit/>
          </a:bodyPr>
          <a:lstStyle/>
          <a:p>
            <a:r>
              <a:rPr kumimoji="1" lang="ja-JP" altLang="en-US" dirty="0">
                <a:solidFill>
                  <a:schemeClr val="tx2">
                    <a:lumMod val="90000"/>
                    <a:lumOff val="10000"/>
                  </a:schemeClr>
                </a:solidFill>
              </a:rPr>
              <a:t>○○○○○○御中</a:t>
            </a:r>
          </a:p>
        </p:txBody>
      </p:sp>
      <p:sp>
        <p:nvSpPr>
          <p:cNvPr id="9" name="テキスト ボックス 8">
            <a:extLst>
              <a:ext uri="{FF2B5EF4-FFF2-40B4-BE49-F238E27FC236}">
                <a16:creationId xmlns:a16="http://schemas.microsoft.com/office/drawing/2014/main" id="{4F3641B9-813C-98F7-1DEB-CC6A736B9466}"/>
              </a:ext>
            </a:extLst>
          </p:cNvPr>
          <p:cNvSpPr txBox="1"/>
          <p:nvPr/>
        </p:nvSpPr>
        <p:spPr>
          <a:xfrm>
            <a:off x="1482633" y="3677957"/>
            <a:ext cx="6360887" cy="830997"/>
          </a:xfrm>
          <a:prstGeom prst="rect">
            <a:avLst/>
          </a:prstGeom>
          <a:noFill/>
        </p:spPr>
        <p:txBody>
          <a:bodyPr wrap="square" rtlCol="0" anchor="t">
            <a:spAutoFit/>
          </a:bodyPr>
          <a:lstStyle/>
          <a:p>
            <a:pPr>
              <a:lnSpc>
                <a:spcPct val="120000"/>
              </a:lnSpc>
            </a:pPr>
            <a:r>
              <a:rPr lang="ja-JP" altLang="en-US" sz="2000" b="1" dirty="0">
                <a:solidFill>
                  <a:schemeClr val="tx2">
                    <a:lumMod val="90000"/>
                    <a:lumOff val="10000"/>
                  </a:schemeClr>
                </a:solidFill>
              </a:rPr>
              <a:t>サブタイトルがあればここに入れる</a:t>
            </a:r>
            <a:endParaRPr lang="en-US" altLang="ja-JP" sz="2000" b="1" dirty="0">
              <a:solidFill>
                <a:schemeClr val="tx2">
                  <a:lumMod val="90000"/>
                  <a:lumOff val="10000"/>
                </a:schemeClr>
              </a:solidFill>
            </a:endParaRPr>
          </a:p>
          <a:p>
            <a:pPr>
              <a:lnSpc>
                <a:spcPct val="120000"/>
              </a:lnSpc>
            </a:pPr>
            <a:r>
              <a:rPr lang="ja-JP" altLang="en-US" sz="2000" b="1" dirty="0">
                <a:solidFill>
                  <a:schemeClr val="tx2">
                    <a:lumMod val="90000"/>
                    <a:lumOff val="10000"/>
                  </a:schemeClr>
                </a:solidFill>
              </a:rPr>
              <a:t>フォント：游ゴシック　文字サイズ：</a:t>
            </a:r>
            <a:r>
              <a:rPr lang="en-US" altLang="ja-JP" sz="2000" b="1" dirty="0">
                <a:solidFill>
                  <a:schemeClr val="tx2">
                    <a:lumMod val="90000"/>
                    <a:lumOff val="10000"/>
                  </a:schemeClr>
                </a:solidFill>
              </a:rPr>
              <a:t>20pt</a:t>
            </a:r>
          </a:p>
        </p:txBody>
      </p:sp>
      <p:sp>
        <p:nvSpPr>
          <p:cNvPr id="11" name="テキスト ボックス 10">
            <a:extLst>
              <a:ext uri="{FF2B5EF4-FFF2-40B4-BE49-F238E27FC236}">
                <a16:creationId xmlns:a16="http://schemas.microsoft.com/office/drawing/2014/main" id="{0915085B-938C-1C85-1382-F73BBE7199CA}"/>
              </a:ext>
            </a:extLst>
          </p:cNvPr>
          <p:cNvSpPr txBox="1"/>
          <p:nvPr/>
        </p:nvSpPr>
        <p:spPr>
          <a:xfrm>
            <a:off x="7264400" y="5444440"/>
            <a:ext cx="2284388" cy="867930"/>
          </a:xfrm>
          <a:prstGeom prst="rect">
            <a:avLst/>
          </a:prstGeom>
          <a:noFill/>
        </p:spPr>
        <p:txBody>
          <a:bodyPr wrap="square" rtlCol="0">
            <a:spAutoFit/>
          </a:bodyPr>
          <a:lstStyle/>
          <a:p>
            <a:pPr algn="ctr">
              <a:lnSpc>
                <a:spcPct val="120000"/>
              </a:lnSpc>
            </a:pPr>
            <a:r>
              <a:rPr kumimoji="1" lang="ja-JP" altLang="en-US" sz="1400" dirty="0">
                <a:solidFill>
                  <a:schemeClr val="tx2">
                    <a:lumMod val="90000"/>
                    <a:lumOff val="10000"/>
                  </a:schemeClr>
                </a:solidFill>
              </a:rPr>
              <a:t>○○○○○○部</a:t>
            </a:r>
            <a:endParaRPr kumimoji="1" lang="en-US" altLang="ja-JP" sz="1400" dirty="0">
              <a:solidFill>
                <a:schemeClr val="tx2">
                  <a:lumMod val="90000"/>
                  <a:lumOff val="10000"/>
                </a:schemeClr>
              </a:solidFill>
            </a:endParaRPr>
          </a:p>
          <a:p>
            <a:pPr algn="ctr">
              <a:lnSpc>
                <a:spcPct val="120000"/>
              </a:lnSpc>
            </a:pPr>
            <a:r>
              <a:rPr kumimoji="1" lang="ja-JP" altLang="en-US" sz="1400" dirty="0">
                <a:solidFill>
                  <a:schemeClr val="tx2">
                    <a:lumMod val="90000"/>
                    <a:lumOff val="10000"/>
                  </a:schemeClr>
                </a:solidFill>
              </a:rPr>
              <a:t>名前名前名前　</a:t>
            </a:r>
            <a:endParaRPr kumimoji="1" lang="en-US" altLang="ja-JP" sz="1400" dirty="0">
              <a:solidFill>
                <a:schemeClr val="tx2">
                  <a:lumMod val="90000"/>
                  <a:lumOff val="10000"/>
                </a:schemeClr>
              </a:solidFill>
            </a:endParaRPr>
          </a:p>
          <a:p>
            <a:pPr algn="ctr">
              <a:lnSpc>
                <a:spcPct val="120000"/>
              </a:lnSpc>
            </a:pPr>
            <a:r>
              <a:rPr kumimoji="1" lang="en-US" altLang="ja-JP" sz="1400" dirty="0">
                <a:solidFill>
                  <a:schemeClr val="tx2">
                    <a:lumMod val="90000"/>
                    <a:lumOff val="10000"/>
                  </a:schemeClr>
                </a:solidFill>
              </a:rPr>
              <a:t>YYYY.MM.DD</a:t>
            </a:r>
            <a:endParaRPr kumimoji="1" lang="ja-JP" altLang="en-US" sz="1400" dirty="0">
              <a:solidFill>
                <a:schemeClr val="tx2">
                  <a:lumMod val="90000"/>
                  <a:lumOff val="10000"/>
                </a:schemeClr>
              </a:solidFill>
            </a:endParaRPr>
          </a:p>
        </p:txBody>
      </p:sp>
    </p:spTree>
    <p:extLst>
      <p:ext uri="{BB962C8B-B14F-4D97-AF65-F5344CB8AC3E}">
        <p14:creationId xmlns:p14="http://schemas.microsoft.com/office/powerpoint/2010/main" val="163705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基本的なページ　フォント：游ゴシックの</a:t>
            </a:r>
            <a:r>
              <a:rPr lang="en-US" altLang="ja-JP" dirty="0"/>
              <a:t>Bold</a:t>
            </a:r>
            <a:r>
              <a:rPr lang="ja-JP" altLang="en-US" dirty="0"/>
              <a:t>　文字サイズ：</a:t>
            </a:r>
            <a:r>
              <a:rPr lang="en-US" altLang="ja-JP" dirty="0"/>
              <a:t>24pt</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14752"/>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4" name="テキスト ボックス 3">
            <a:extLst>
              <a:ext uri="{FF2B5EF4-FFF2-40B4-BE49-F238E27FC236}">
                <a16:creationId xmlns:a16="http://schemas.microsoft.com/office/drawing/2014/main" id="{5AC9F792-8796-5335-CDE7-3CD014758810}"/>
              </a:ext>
            </a:extLst>
          </p:cNvPr>
          <p:cNvSpPr txBox="1"/>
          <p:nvPr/>
        </p:nvSpPr>
        <p:spPr>
          <a:xfrm>
            <a:off x="852843" y="1288788"/>
            <a:ext cx="9764357" cy="853888"/>
          </a:xfrm>
          <a:prstGeom prst="rect">
            <a:avLst/>
          </a:prstGeom>
          <a:noFill/>
        </p:spPr>
        <p:txBody>
          <a:bodyPr wrap="square">
            <a:spAutoFit/>
          </a:bodyPr>
          <a:lstStyle/>
          <a:p>
            <a:pPr>
              <a:lnSpc>
                <a:spcPct val="120000"/>
              </a:lnSpc>
            </a:pPr>
            <a:r>
              <a:rPr kumimoji="1" lang="ja-JP" altLang="en-US" sz="1400" dirty="0">
                <a:solidFill>
                  <a:schemeClr val="tx1">
                    <a:lumMod val="75000"/>
                    <a:lumOff val="25000"/>
                  </a:schemeClr>
                </a:solidFill>
              </a:rPr>
              <a:t>文字：游ゴシック　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　文字：游ゴシック　文字サイズ：</a:t>
            </a:r>
            <a:r>
              <a:rPr kumimoji="1" lang="en-US" altLang="ja-JP" sz="1400" dirty="0">
                <a:solidFill>
                  <a:schemeClr val="tx1">
                    <a:lumMod val="75000"/>
                    <a:lumOff val="25000"/>
                  </a:schemeClr>
                </a:solidFill>
              </a:rPr>
              <a:t>14pt</a:t>
            </a:r>
          </a:p>
          <a:p>
            <a:pPr>
              <a:lnSpc>
                <a:spcPct val="120000"/>
              </a:lnSpc>
            </a:pPr>
            <a:r>
              <a:rPr kumimoji="1" lang="ja-JP" altLang="en-US" sz="1400" dirty="0">
                <a:solidFill>
                  <a:schemeClr val="tx1">
                    <a:lumMod val="75000"/>
                    <a:lumOff val="25000"/>
                  </a:schemeClr>
                </a:solidFill>
              </a:rPr>
              <a:t>文字：游ゴシック　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　文字：游ゴシック　文字サイズ：</a:t>
            </a:r>
            <a:r>
              <a:rPr kumimoji="1" lang="en-US" altLang="ja-JP" sz="1400" dirty="0">
                <a:solidFill>
                  <a:schemeClr val="tx1">
                    <a:lumMod val="75000"/>
                    <a:lumOff val="25000"/>
                  </a:schemeClr>
                </a:solidFill>
              </a:rPr>
              <a:t>14pt</a:t>
            </a:r>
          </a:p>
          <a:p>
            <a:pPr>
              <a:lnSpc>
                <a:spcPct val="120000"/>
              </a:lnSpc>
            </a:pPr>
            <a:r>
              <a:rPr kumimoji="1" lang="en-US" altLang="ja-JP" sz="1400" b="1" dirty="0">
                <a:solidFill>
                  <a:schemeClr val="tx1">
                    <a:lumMod val="75000"/>
                    <a:lumOff val="25000"/>
                  </a:schemeClr>
                </a:solidFill>
              </a:rPr>
              <a:t>※</a:t>
            </a:r>
            <a:r>
              <a:rPr kumimoji="1" lang="ja-JP" altLang="en-US" sz="1400" b="1" dirty="0">
                <a:solidFill>
                  <a:schemeClr val="tx1">
                    <a:lumMod val="75000"/>
                    <a:lumOff val="25000"/>
                  </a:schemeClr>
                </a:solidFill>
              </a:rPr>
              <a:t>行間は「</a:t>
            </a:r>
            <a:r>
              <a:rPr kumimoji="1" lang="en-US" altLang="ja-JP" sz="1400" b="1" dirty="0">
                <a:solidFill>
                  <a:schemeClr val="tx1">
                    <a:lumMod val="75000"/>
                    <a:lumOff val="25000"/>
                  </a:schemeClr>
                </a:solidFill>
              </a:rPr>
              <a:t>1.2</a:t>
            </a:r>
            <a:r>
              <a:rPr kumimoji="1" lang="ja-JP" altLang="en-US" sz="1400" b="1" dirty="0">
                <a:solidFill>
                  <a:schemeClr val="tx1">
                    <a:lumMod val="75000"/>
                    <a:lumOff val="25000"/>
                  </a:schemeClr>
                </a:solidFill>
              </a:rPr>
              <a:t>」にすると窮屈感が無くなり、読みやすくなる</a:t>
            </a:r>
            <a:endParaRPr lang="en-US" altLang="ja-JP" sz="1400" b="1"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66093759-E51F-7C9C-4656-4AAF2B532B7C}"/>
              </a:ext>
            </a:extLst>
          </p:cNvPr>
          <p:cNvCxnSpPr>
            <a:cxnSpLocks/>
          </p:cNvCxnSpPr>
          <p:nvPr/>
        </p:nvCxnSpPr>
        <p:spPr>
          <a:xfrm>
            <a:off x="598840" y="1198694"/>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10F9E8E6-C400-D8AC-ACE7-EC96C871EEA9}"/>
              </a:ext>
            </a:extLst>
          </p:cNvPr>
          <p:cNvSpPr txBox="1"/>
          <p:nvPr/>
        </p:nvSpPr>
        <p:spPr>
          <a:xfrm>
            <a:off x="598841" y="2336983"/>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7" name="テキスト ボックス 6">
            <a:extLst>
              <a:ext uri="{FF2B5EF4-FFF2-40B4-BE49-F238E27FC236}">
                <a16:creationId xmlns:a16="http://schemas.microsoft.com/office/drawing/2014/main" id="{F7BD9F78-C7E5-39BE-F852-738BFBDC9892}"/>
              </a:ext>
            </a:extLst>
          </p:cNvPr>
          <p:cNvSpPr txBox="1"/>
          <p:nvPr/>
        </p:nvSpPr>
        <p:spPr>
          <a:xfrm>
            <a:off x="852843" y="2805578"/>
            <a:ext cx="7630758" cy="962699"/>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r>
              <a:rPr kumimoji="1" lang="ja-JP" altLang="en-US" sz="1600" dirty="0">
                <a:solidFill>
                  <a:schemeClr val="tx1">
                    <a:lumMod val="75000"/>
                    <a:lumOff val="25000"/>
                  </a:schemeClr>
                </a:solidFill>
              </a:rPr>
              <a:t>　文字：游ゴシック　文字サイズ：</a:t>
            </a:r>
            <a:r>
              <a:rPr kumimoji="1" lang="en-US" altLang="ja-JP" sz="1600" dirty="0">
                <a:solidFill>
                  <a:schemeClr val="tx1">
                    <a:lumMod val="75000"/>
                    <a:lumOff val="25000"/>
                  </a:schemeClr>
                </a:solidFill>
              </a:rPr>
              <a:t>16pt</a:t>
            </a:r>
          </a:p>
          <a:p>
            <a:pPr>
              <a:lnSpc>
                <a:spcPct val="120000"/>
              </a:lnSpc>
            </a:pP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r>
              <a:rPr lang="ja-JP" altLang="en-US" sz="1600" dirty="0">
                <a:solidFill>
                  <a:schemeClr val="tx1">
                    <a:lumMod val="75000"/>
                    <a:lumOff val="25000"/>
                  </a:schemeClr>
                </a:solidFill>
              </a:rPr>
              <a:t>　</a:t>
            </a: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p>
          <a:p>
            <a:pPr>
              <a:lnSpc>
                <a:spcPct val="120000"/>
              </a:lnSpc>
            </a:pPr>
            <a:r>
              <a:rPr kumimoji="1" lang="en-US" altLang="ja-JP" sz="1600" b="1" dirty="0">
                <a:solidFill>
                  <a:schemeClr val="tx1">
                    <a:lumMod val="75000"/>
                    <a:lumOff val="25000"/>
                  </a:schemeClr>
                </a:solidFill>
              </a:rPr>
              <a:t>※</a:t>
            </a:r>
            <a:r>
              <a:rPr kumimoji="1" lang="ja-JP" altLang="en-US" sz="1600" b="1" dirty="0">
                <a:solidFill>
                  <a:schemeClr val="tx1">
                    <a:lumMod val="75000"/>
                    <a:lumOff val="25000"/>
                  </a:schemeClr>
                </a:solidFill>
              </a:rPr>
              <a:t>行間は「</a:t>
            </a:r>
            <a:r>
              <a:rPr kumimoji="1" lang="en-US" altLang="ja-JP" sz="1600" b="1" dirty="0">
                <a:solidFill>
                  <a:schemeClr val="tx1">
                    <a:lumMod val="75000"/>
                    <a:lumOff val="25000"/>
                  </a:schemeClr>
                </a:solidFill>
              </a:rPr>
              <a:t>1.2</a:t>
            </a:r>
            <a:r>
              <a:rPr kumimoji="1" lang="ja-JP" altLang="en-US" sz="1600" b="1" dirty="0">
                <a:solidFill>
                  <a:schemeClr val="tx1">
                    <a:lumMod val="75000"/>
                    <a:lumOff val="25000"/>
                  </a:schemeClr>
                </a:solidFill>
              </a:rPr>
              <a:t>」にすると窮屈感が無くなり、読みやすくなる。</a:t>
            </a:r>
            <a:endParaRPr lang="en-US" altLang="ja-JP" sz="1600" b="1" dirty="0">
              <a:solidFill>
                <a:schemeClr val="tx1">
                  <a:lumMod val="75000"/>
                  <a:lumOff val="25000"/>
                </a:schemeClr>
              </a:solidFill>
            </a:endParaRPr>
          </a:p>
        </p:txBody>
      </p:sp>
      <p:cxnSp>
        <p:nvCxnSpPr>
          <p:cNvPr id="8" name="直線コネクタ 7">
            <a:extLst>
              <a:ext uri="{FF2B5EF4-FFF2-40B4-BE49-F238E27FC236}">
                <a16:creationId xmlns:a16="http://schemas.microsoft.com/office/drawing/2014/main" id="{53A89C28-E07F-71CD-05ED-DD7C14B58060}"/>
              </a:ext>
            </a:extLst>
          </p:cNvPr>
          <p:cNvCxnSpPr>
            <a:cxnSpLocks/>
          </p:cNvCxnSpPr>
          <p:nvPr/>
        </p:nvCxnSpPr>
        <p:spPr>
          <a:xfrm>
            <a:off x="598840" y="2720925"/>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3074367E-DB86-21E7-FC97-A47AF4B3FEFF}"/>
              </a:ext>
            </a:extLst>
          </p:cNvPr>
          <p:cNvSpPr txBox="1"/>
          <p:nvPr/>
        </p:nvSpPr>
        <p:spPr>
          <a:xfrm>
            <a:off x="598841" y="3938013"/>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10" name="テキスト ボックス 9">
            <a:extLst>
              <a:ext uri="{FF2B5EF4-FFF2-40B4-BE49-F238E27FC236}">
                <a16:creationId xmlns:a16="http://schemas.microsoft.com/office/drawing/2014/main" id="{5795796D-20EE-6688-93ED-A0FF67722DBC}"/>
              </a:ext>
            </a:extLst>
          </p:cNvPr>
          <p:cNvSpPr txBox="1"/>
          <p:nvPr/>
        </p:nvSpPr>
        <p:spPr>
          <a:xfrm>
            <a:off x="852842" y="4384561"/>
            <a:ext cx="8697558" cy="1403654"/>
          </a:xfrm>
          <a:prstGeom prst="rect">
            <a:avLst/>
          </a:prstGeom>
          <a:noFill/>
        </p:spPr>
        <p:txBody>
          <a:bodyPr wrap="square">
            <a:spAutoFit/>
          </a:bodyPr>
          <a:lstStyle/>
          <a:p>
            <a:pPr>
              <a:lnSpc>
                <a:spcPct val="120000"/>
              </a:lnSpc>
            </a:pPr>
            <a:r>
              <a:rPr kumimoji="1" lang="ja-JP" altLang="en-US" dirty="0">
                <a:solidFill>
                  <a:schemeClr val="tx1">
                    <a:lumMod val="75000"/>
                    <a:lumOff val="25000"/>
                  </a:schemeClr>
                </a:solidFill>
              </a:rPr>
              <a:t>文字：游ゴシック　文字サイズ：</a:t>
            </a:r>
            <a:r>
              <a:rPr kumimoji="1" lang="en-US" altLang="ja-JP" dirty="0">
                <a:solidFill>
                  <a:schemeClr val="tx1">
                    <a:lumMod val="75000"/>
                    <a:lumOff val="25000"/>
                  </a:schemeClr>
                </a:solidFill>
              </a:rPr>
              <a:t>1</a:t>
            </a:r>
            <a:r>
              <a:rPr lang="en-US" altLang="ja-JP" dirty="0">
                <a:solidFill>
                  <a:schemeClr val="tx1">
                    <a:lumMod val="75000"/>
                    <a:lumOff val="25000"/>
                  </a:schemeClr>
                </a:solidFill>
              </a:rPr>
              <a:t>8</a:t>
            </a:r>
            <a:r>
              <a:rPr kumimoji="1" lang="en-US" altLang="ja-JP" dirty="0">
                <a:solidFill>
                  <a:schemeClr val="tx1">
                    <a:lumMod val="75000"/>
                    <a:lumOff val="25000"/>
                  </a:schemeClr>
                </a:solidFill>
              </a:rPr>
              <a:t>pt</a:t>
            </a:r>
            <a:r>
              <a:rPr kumimoji="1" lang="ja-JP" altLang="en-US" dirty="0">
                <a:solidFill>
                  <a:schemeClr val="tx1">
                    <a:lumMod val="75000"/>
                    <a:lumOff val="25000"/>
                  </a:schemeClr>
                </a:solidFill>
              </a:rPr>
              <a:t>　文字：游ゴシック　文字サイズ：</a:t>
            </a:r>
            <a:r>
              <a:rPr kumimoji="1" lang="en-US" altLang="ja-JP" dirty="0">
                <a:solidFill>
                  <a:schemeClr val="tx1">
                    <a:lumMod val="75000"/>
                    <a:lumOff val="25000"/>
                  </a:schemeClr>
                </a:solidFill>
              </a:rPr>
              <a:t>18pt</a:t>
            </a:r>
          </a:p>
          <a:p>
            <a:pPr>
              <a:lnSpc>
                <a:spcPct val="120000"/>
              </a:lnSpc>
            </a:pPr>
            <a:r>
              <a:rPr lang="ja-JP" altLang="en-US" dirty="0">
                <a:solidFill>
                  <a:schemeClr val="tx1">
                    <a:lumMod val="75000"/>
                    <a:lumOff val="25000"/>
                  </a:schemeClr>
                </a:solidFill>
              </a:rPr>
              <a:t>　</a:t>
            </a:r>
            <a:r>
              <a:rPr lang="en-US" altLang="ja-JP" dirty="0">
                <a:solidFill>
                  <a:schemeClr val="tx1">
                    <a:lumMod val="75000"/>
                    <a:lumOff val="25000"/>
                  </a:schemeClr>
                </a:solidFill>
              </a:rPr>
              <a:t>※</a:t>
            </a:r>
            <a:r>
              <a:rPr lang="ja-JP" altLang="en-US" dirty="0">
                <a:solidFill>
                  <a:schemeClr val="tx1">
                    <a:lumMod val="75000"/>
                    <a:lumOff val="25000"/>
                  </a:schemeClr>
                </a:solidFill>
              </a:rPr>
              <a:t>ここの文字サイズは</a:t>
            </a:r>
            <a:r>
              <a:rPr lang="en-US" altLang="ja-JP" dirty="0">
                <a:solidFill>
                  <a:schemeClr val="tx1">
                    <a:lumMod val="75000"/>
                    <a:lumOff val="25000"/>
                  </a:schemeClr>
                </a:solidFill>
              </a:rPr>
              <a:t>14or16pt</a:t>
            </a:r>
            <a:r>
              <a:rPr lang="ja-JP" altLang="en-US" dirty="0">
                <a:solidFill>
                  <a:schemeClr val="tx1">
                    <a:lumMod val="75000"/>
                    <a:lumOff val="25000"/>
                  </a:schemeClr>
                </a:solidFill>
              </a:rPr>
              <a:t>推奨、</a:t>
            </a:r>
            <a:r>
              <a:rPr lang="en-US" altLang="ja-JP" dirty="0">
                <a:solidFill>
                  <a:schemeClr val="tx1">
                    <a:lumMod val="75000"/>
                    <a:lumOff val="25000"/>
                  </a:schemeClr>
                </a:solidFill>
              </a:rPr>
              <a:t>18</a:t>
            </a:r>
            <a:r>
              <a:rPr lang="ja-JP" altLang="en-US" dirty="0">
                <a:solidFill>
                  <a:schemeClr val="tx1">
                    <a:lumMod val="75000"/>
                    <a:lumOff val="25000"/>
                  </a:schemeClr>
                </a:solidFill>
              </a:rPr>
              <a:t>だとこのように見出しと区別がつかず</a:t>
            </a:r>
            <a:endParaRPr lang="en-US" altLang="ja-JP" dirty="0">
              <a:solidFill>
                <a:schemeClr val="tx1">
                  <a:lumMod val="75000"/>
                  <a:lumOff val="25000"/>
                </a:schemeClr>
              </a:solidFill>
            </a:endParaRPr>
          </a:p>
          <a:p>
            <a:pPr>
              <a:lnSpc>
                <a:spcPct val="120000"/>
              </a:lnSpc>
            </a:pPr>
            <a:r>
              <a:rPr kumimoji="1" lang="ja-JP" altLang="en-US" dirty="0">
                <a:solidFill>
                  <a:schemeClr val="tx1">
                    <a:lumMod val="75000"/>
                    <a:lumOff val="25000"/>
                  </a:schemeClr>
                </a:solidFill>
              </a:rPr>
              <a:t>　　見出しが目立ちづらくなる</a:t>
            </a:r>
            <a:endParaRPr kumimoji="1" lang="en-US" altLang="ja-JP" dirty="0">
              <a:solidFill>
                <a:schemeClr val="tx1">
                  <a:lumMod val="75000"/>
                  <a:lumOff val="25000"/>
                </a:schemeClr>
              </a:solidFill>
            </a:endParaRPr>
          </a:p>
          <a:p>
            <a:pPr>
              <a:lnSpc>
                <a:spcPct val="120000"/>
              </a:lnSpc>
            </a:pPr>
            <a:r>
              <a:rPr lang="ja-JP" altLang="en-US" dirty="0">
                <a:solidFill>
                  <a:schemeClr val="tx1">
                    <a:lumMod val="75000"/>
                    <a:lumOff val="25000"/>
                  </a:schemeClr>
                </a:solidFill>
              </a:rPr>
              <a:t>　　ただし</a:t>
            </a:r>
            <a:r>
              <a:rPr lang="ja-JP" altLang="en-US" b="1" dirty="0">
                <a:solidFill>
                  <a:schemeClr val="tx1">
                    <a:lumMod val="75000"/>
                    <a:lumOff val="25000"/>
                  </a:schemeClr>
                </a:solidFill>
              </a:rPr>
              <a:t>読みやすさ重視する場合</a:t>
            </a:r>
            <a:r>
              <a:rPr lang="ja-JP" altLang="en-US" dirty="0">
                <a:solidFill>
                  <a:schemeClr val="tx1">
                    <a:lumMod val="75000"/>
                    <a:lumOff val="25000"/>
                  </a:schemeClr>
                </a:solidFill>
              </a:rPr>
              <a:t>は</a:t>
            </a:r>
            <a:r>
              <a:rPr lang="en-US" altLang="ja-JP" dirty="0">
                <a:solidFill>
                  <a:schemeClr val="tx1">
                    <a:lumMod val="75000"/>
                    <a:lumOff val="25000"/>
                  </a:schemeClr>
                </a:solidFill>
              </a:rPr>
              <a:t>18pt</a:t>
            </a:r>
            <a:r>
              <a:rPr lang="ja-JP" altLang="en-US" dirty="0">
                <a:solidFill>
                  <a:schemeClr val="tx1">
                    <a:lumMod val="75000"/>
                    <a:lumOff val="25000"/>
                  </a:schemeClr>
                </a:solidFill>
              </a:rPr>
              <a:t>を適宜使用</a:t>
            </a:r>
            <a:endParaRPr kumimoji="1" lang="en-US" altLang="ja-JP" dirty="0">
              <a:solidFill>
                <a:schemeClr val="tx1">
                  <a:lumMod val="75000"/>
                  <a:lumOff val="25000"/>
                </a:schemeClr>
              </a:solidFill>
            </a:endParaRPr>
          </a:p>
        </p:txBody>
      </p:sp>
      <p:cxnSp>
        <p:nvCxnSpPr>
          <p:cNvPr id="11" name="直線コネクタ 10">
            <a:extLst>
              <a:ext uri="{FF2B5EF4-FFF2-40B4-BE49-F238E27FC236}">
                <a16:creationId xmlns:a16="http://schemas.microsoft.com/office/drawing/2014/main" id="{3A4776F1-07B6-9727-D835-9D1323CC428F}"/>
              </a:ext>
            </a:extLst>
          </p:cNvPr>
          <p:cNvCxnSpPr>
            <a:cxnSpLocks/>
          </p:cNvCxnSpPr>
          <p:nvPr/>
        </p:nvCxnSpPr>
        <p:spPr>
          <a:xfrm>
            <a:off x="598840" y="4321955"/>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2" name="図 11"/>
          <p:cNvPicPr>
            <a:picLocks noChangeAspect="1"/>
          </p:cNvPicPr>
          <p:nvPr/>
        </p:nvPicPr>
        <p:blipFill rotWithShape="1">
          <a:blip r:embed="rId2"/>
          <a:srcRect l="62337" t="9702" r="32599" b="66823"/>
          <a:stretch/>
        </p:blipFill>
        <p:spPr>
          <a:xfrm>
            <a:off x="8178186" y="943687"/>
            <a:ext cx="1852247" cy="2414954"/>
          </a:xfrm>
          <a:prstGeom prst="rect">
            <a:avLst/>
          </a:prstGeom>
        </p:spPr>
      </p:pic>
      <p:sp>
        <p:nvSpPr>
          <p:cNvPr id="13" name="吹き出し: 折線 11">
            <a:extLst>
              <a:ext uri="{FF2B5EF4-FFF2-40B4-BE49-F238E27FC236}">
                <a16:creationId xmlns:a16="http://schemas.microsoft.com/office/drawing/2014/main" id="{6D8A81C8-C5D8-C2EC-8732-8CB5D31168C2}"/>
              </a:ext>
            </a:extLst>
          </p:cNvPr>
          <p:cNvSpPr/>
          <p:nvPr/>
        </p:nvSpPr>
        <p:spPr>
          <a:xfrm>
            <a:off x="10298742" y="940223"/>
            <a:ext cx="1778634" cy="1202453"/>
          </a:xfrm>
          <a:prstGeom prst="borderCallout2">
            <a:avLst>
              <a:gd name="adj1" fmla="val 69188"/>
              <a:gd name="adj2" fmla="val -91927"/>
              <a:gd name="adj3" fmla="val 71803"/>
              <a:gd name="adj4" fmla="val -14460"/>
              <a:gd name="adj5" fmla="val 69583"/>
              <a:gd name="adj6" fmla="val -88693"/>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使用するフォントカラーはこちら</a:t>
            </a:r>
            <a:endParaRPr kumimoji="1" lang="en-US" altLang="ja-JP" sz="1100" b="1" dirty="0">
              <a:solidFill>
                <a:schemeClr val="tx1">
                  <a:lumMod val="75000"/>
                  <a:lumOff val="25000"/>
                </a:schemeClr>
              </a:solidFill>
            </a:endParaRPr>
          </a:p>
        </p:txBody>
      </p:sp>
    </p:spTree>
    <p:extLst>
      <p:ext uri="{BB962C8B-B14F-4D97-AF65-F5344CB8AC3E}">
        <p14:creationId xmlns:p14="http://schemas.microsoft.com/office/powerpoint/2010/main" val="284930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小見出しの見せ方パターンその１</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791304"/>
            <a:ext cx="7986359" cy="400110"/>
          </a:xfrm>
          <a:prstGeom prst="rect">
            <a:avLst/>
          </a:prstGeom>
          <a:noFill/>
        </p:spPr>
        <p:txBody>
          <a:bodyPr wrap="square">
            <a:spAutoFit/>
          </a:bodyPr>
          <a:lstStyle/>
          <a:p>
            <a:r>
              <a:rPr kumimoji="1" lang="ja-JP" altLang="en-US" sz="2000" b="1" dirty="0">
                <a:solidFill>
                  <a:schemeClr val="tx1">
                    <a:lumMod val="75000"/>
                    <a:lumOff val="25000"/>
                  </a:schemeClr>
                </a:solidFill>
              </a:rPr>
              <a:t>背景を青にし</a:t>
            </a:r>
            <a:r>
              <a:rPr lang="ja-JP" altLang="en-US" sz="2000" b="1" dirty="0">
                <a:solidFill>
                  <a:schemeClr val="tx1">
                    <a:lumMod val="75000"/>
                    <a:lumOff val="25000"/>
                  </a:schemeClr>
                </a:solidFill>
              </a:rPr>
              <a:t>文字を白にすると、文字</a:t>
            </a:r>
            <a:r>
              <a:rPr kumimoji="1" lang="ja-JP" altLang="en-US" sz="2000" b="1" dirty="0">
                <a:solidFill>
                  <a:schemeClr val="tx1">
                    <a:lumMod val="75000"/>
                    <a:lumOff val="25000"/>
                  </a:schemeClr>
                </a:solidFill>
              </a:rPr>
              <a:t>サイズが小さくても目立つ</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79154"/>
            <a:ext cx="10064298" cy="667234"/>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r>
              <a:rPr kumimoji="1" lang="en-US" altLang="ja-JP" sz="1600" dirty="0">
                <a:solidFill>
                  <a:schemeClr val="tx1">
                    <a:lumMod val="75000"/>
                    <a:lumOff val="25000"/>
                  </a:schemeClr>
                </a:solidFill>
              </a:rPr>
              <a:t>/</a:t>
            </a: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r>
              <a:rPr kumimoji="1" lang="en-US" altLang="ja-JP" sz="1600" dirty="0">
                <a:solidFill>
                  <a:schemeClr val="tx1">
                    <a:lumMod val="75000"/>
                    <a:lumOff val="25000"/>
                  </a:schemeClr>
                </a:solidFill>
              </a:rPr>
              <a:t>/</a:t>
            </a: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05027"/>
            <a:ext cx="762060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852843"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7" name="正方形/長方形 6">
            <a:extLst>
              <a:ext uri="{FF2B5EF4-FFF2-40B4-BE49-F238E27FC236}">
                <a16:creationId xmlns:a16="http://schemas.microsoft.com/office/drawing/2014/main" id="{66277062-B7DD-E614-3DC7-BF0E2D4FC254}"/>
              </a:ext>
            </a:extLst>
          </p:cNvPr>
          <p:cNvSpPr/>
          <p:nvPr/>
        </p:nvSpPr>
        <p:spPr>
          <a:xfrm>
            <a:off x="4245207"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endParaRPr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8" name="正方形/長方形 7">
            <a:extLst>
              <a:ext uri="{FF2B5EF4-FFF2-40B4-BE49-F238E27FC236}">
                <a16:creationId xmlns:a16="http://schemas.microsoft.com/office/drawing/2014/main" id="{4C390138-4748-B2CC-3D4C-4E12891E9579}"/>
              </a:ext>
            </a:extLst>
          </p:cNvPr>
          <p:cNvSpPr/>
          <p:nvPr/>
        </p:nvSpPr>
        <p:spPr>
          <a:xfrm>
            <a:off x="7637572"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小さく非推奨だが場合によっては</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9" name="正方形/長方形 8">
            <a:extLst>
              <a:ext uri="{FF2B5EF4-FFF2-40B4-BE49-F238E27FC236}">
                <a16:creationId xmlns:a16="http://schemas.microsoft.com/office/drawing/2014/main" id="{D1C6AE3F-36FA-192A-AFB1-A523CD406474}"/>
              </a:ext>
            </a:extLst>
          </p:cNvPr>
          <p:cNvSpPr>
            <a:spLocks/>
          </p:cNvSpPr>
          <p:nvPr/>
        </p:nvSpPr>
        <p:spPr>
          <a:xfrm>
            <a:off x="852842"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小見出し文字サイズ</a:t>
            </a:r>
            <a:r>
              <a:rPr lang="en-US" altLang="ja-JP" b="1" dirty="0"/>
              <a:t>18pt</a:t>
            </a:r>
          </a:p>
          <a:p>
            <a:pPr algn="ctr"/>
            <a:r>
              <a:rPr lang="ja-JP" altLang="en-US" b="1" dirty="0"/>
              <a:t>左右中央揃え</a:t>
            </a:r>
          </a:p>
        </p:txBody>
      </p:sp>
      <p:cxnSp>
        <p:nvCxnSpPr>
          <p:cNvPr id="10" name="直線コネクタ 9">
            <a:extLst>
              <a:ext uri="{FF2B5EF4-FFF2-40B4-BE49-F238E27FC236}">
                <a16:creationId xmlns:a16="http://schemas.microsoft.com/office/drawing/2014/main" id="{EC012732-6D3A-6AFB-376F-12D92195351F}"/>
              </a:ext>
            </a:extLst>
          </p:cNvPr>
          <p:cNvCxnSpPr>
            <a:cxnSpLocks/>
          </p:cNvCxnSpPr>
          <p:nvPr/>
        </p:nvCxnSpPr>
        <p:spPr>
          <a:xfrm>
            <a:off x="852842"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EDFD7999-9046-E043-48F0-DCCE4049FEE2}"/>
              </a:ext>
            </a:extLst>
          </p:cNvPr>
          <p:cNvCxnSpPr>
            <a:cxnSpLocks/>
          </p:cNvCxnSpPr>
          <p:nvPr/>
        </p:nvCxnSpPr>
        <p:spPr>
          <a:xfrm>
            <a:off x="4245206"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C06843E4-81D3-7965-2C36-C09E7B760514}"/>
              </a:ext>
            </a:extLst>
          </p:cNvPr>
          <p:cNvCxnSpPr>
            <a:cxnSpLocks/>
          </p:cNvCxnSpPr>
          <p:nvPr/>
        </p:nvCxnSpPr>
        <p:spPr>
          <a:xfrm>
            <a:off x="7637572"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92A27E9E-FC23-68D2-0635-9594646B54AC}"/>
              </a:ext>
            </a:extLst>
          </p:cNvPr>
          <p:cNvSpPr>
            <a:spLocks/>
          </p:cNvSpPr>
          <p:nvPr/>
        </p:nvSpPr>
        <p:spPr>
          <a:xfrm>
            <a:off x="4245206"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t>小見出し文字サイズ</a:t>
            </a:r>
            <a:r>
              <a:rPr lang="en-US" altLang="ja-JP" sz="1600" b="1" dirty="0"/>
              <a:t>16pt</a:t>
            </a:r>
          </a:p>
          <a:p>
            <a:pPr algn="ctr"/>
            <a:r>
              <a:rPr lang="ja-JP" altLang="en-US" sz="1600" b="1" dirty="0"/>
              <a:t>左右中央揃え</a:t>
            </a:r>
          </a:p>
        </p:txBody>
      </p:sp>
      <p:sp>
        <p:nvSpPr>
          <p:cNvPr id="14" name="正方形/長方形 13">
            <a:extLst>
              <a:ext uri="{FF2B5EF4-FFF2-40B4-BE49-F238E27FC236}">
                <a16:creationId xmlns:a16="http://schemas.microsoft.com/office/drawing/2014/main" id="{7A09DFFC-411F-60FB-B17F-F3C6C9B1AB29}"/>
              </a:ext>
            </a:extLst>
          </p:cNvPr>
          <p:cNvSpPr>
            <a:spLocks/>
          </p:cNvSpPr>
          <p:nvPr/>
        </p:nvSpPr>
        <p:spPr>
          <a:xfrm>
            <a:off x="7637572"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t>小見出し文字サイズ</a:t>
            </a:r>
            <a:r>
              <a:rPr lang="en-US" altLang="ja-JP" sz="1600" b="1" dirty="0"/>
              <a:t>14pt</a:t>
            </a:r>
          </a:p>
          <a:p>
            <a:pPr algn="ctr"/>
            <a:r>
              <a:rPr lang="ja-JP" altLang="en-US" sz="1600" b="1" dirty="0"/>
              <a:t>左右中央揃え</a:t>
            </a:r>
          </a:p>
        </p:txBody>
      </p:sp>
    </p:spTree>
    <p:extLst>
      <p:ext uri="{BB962C8B-B14F-4D97-AF65-F5344CB8AC3E}">
        <p14:creationId xmlns:p14="http://schemas.microsoft.com/office/powerpoint/2010/main" val="2726415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小見出しの見せ方パターンその２</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7071123" cy="400110"/>
          </a:xfrm>
          <a:prstGeom prst="rect">
            <a:avLst/>
          </a:prstGeom>
          <a:noFill/>
        </p:spPr>
        <p:txBody>
          <a:bodyPr wrap="square">
            <a:spAutoFit/>
          </a:bodyPr>
          <a:lstStyle/>
          <a:p>
            <a:r>
              <a:rPr kumimoji="1" lang="ja-JP" altLang="en-US" sz="2000" b="1" dirty="0">
                <a:solidFill>
                  <a:schemeClr val="tx1">
                    <a:lumMod val="75000"/>
                    <a:lumOff val="25000"/>
                  </a:schemeClr>
                </a:solidFill>
              </a:rPr>
              <a:t>形の変形パターンは「テキストボックス」で文字入力する</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962699"/>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変形したオブジェクトはテキストが入れづらい。</a:t>
            </a:r>
            <a:r>
              <a:rPr lang="ja-JP" altLang="en-US" sz="1600" dirty="0">
                <a:solidFill>
                  <a:schemeClr val="tx1">
                    <a:lumMod val="75000"/>
                    <a:lumOff val="25000"/>
                  </a:schemeClr>
                </a:solidFill>
              </a:rPr>
              <a:t>そのため「テキストボックス」を上に配置し文字入力を行う。すると変形したものに対してもテキストを配置しやすくなる。</a:t>
            </a:r>
            <a:endParaRPr lang="en-US" altLang="ja-JP" sz="1600" dirty="0">
              <a:solidFill>
                <a:schemeClr val="tx1">
                  <a:lumMod val="75000"/>
                  <a:lumOff val="25000"/>
                </a:schemeClr>
              </a:solidFill>
            </a:endParaRPr>
          </a:p>
          <a:p>
            <a:pPr>
              <a:lnSpc>
                <a:spcPct val="120000"/>
              </a:lnSpc>
            </a:pPr>
            <a:r>
              <a:rPr kumimoji="1" lang="ja-JP" altLang="en-US" sz="1600" dirty="0">
                <a:solidFill>
                  <a:schemeClr val="tx1">
                    <a:lumMod val="75000"/>
                    <a:lumOff val="25000"/>
                  </a:schemeClr>
                </a:solidFill>
              </a:rPr>
              <a:t>また目立たせたい小見出しの場合、その周囲にものを置かないと多少目立つ（次ページと比較）。</a:t>
            </a: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691956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957788"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2381160-8635-0D7B-A5CC-2D1ECE05AD8A}"/>
              </a:ext>
            </a:extLst>
          </p:cNvPr>
          <p:cNvSpPr/>
          <p:nvPr/>
        </p:nvSpPr>
        <p:spPr>
          <a:xfrm>
            <a:off x="4197036"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8" name="正方形/長方形 7">
            <a:extLst>
              <a:ext uri="{FF2B5EF4-FFF2-40B4-BE49-F238E27FC236}">
                <a16:creationId xmlns:a16="http://schemas.microsoft.com/office/drawing/2014/main" id="{97F46A15-276A-C0A6-E307-C7AA1DC4138E}"/>
              </a:ext>
            </a:extLst>
          </p:cNvPr>
          <p:cNvSpPr/>
          <p:nvPr/>
        </p:nvSpPr>
        <p:spPr>
          <a:xfrm>
            <a:off x="7436283"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lang="en-US" altLang="ja-JP" sz="12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※12pt</a:t>
            </a:r>
            <a:r>
              <a:rPr kumimoji="1" lang="ja-JP" altLang="en-US" sz="1400" dirty="0">
                <a:solidFill>
                  <a:schemeClr val="tx1">
                    <a:lumMod val="75000"/>
                    <a:lumOff val="25000"/>
                  </a:schemeClr>
                </a:solidFill>
              </a:rPr>
              <a:t>は非推奨だが場合によっては</a:t>
            </a: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848FDF63-38B8-AFCA-DB64-F0A0CE22F015}"/>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0" name="テキスト ボックス 9">
            <a:extLst>
              <a:ext uri="{FF2B5EF4-FFF2-40B4-BE49-F238E27FC236}">
                <a16:creationId xmlns:a16="http://schemas.microsoft.com/office/drawing/2014/main" id="{97A0BB33-999B-0AB8-9029-1C53B2FE2D5D}"/>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1" name="矢印: 五方向 10">
            <a:extLst>
              <a:ext uri="{FF2B5EF4-FFF2-40B4-BE49-F238E27FC236}">
                <a16:creationId xmlns:a16="http://schemas.microsoft.com/office/drawing/2014/main" id="{6EB366DC-79F0-0061-AFFD-B8E6661D6878}"/>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2" name="テキスト ボックス 11">
            <a:extLst>
              <a:ext uri="{FF2B5EF4-FFF2-40B4-BE49-F238E27FC236}">
                <a16:creationId xmlns:a16="http://schemas.microsoft.com/office/drawing/2014/main" id="{6910712D-6151-876B-E0B1-8156FEF69A4A}"/>
              </a:ext>
            </a:extLst>
          </p:cNvPr>
          <p:cNvSpPr txBox="1"/>
          <p:nvPr/>
        </p:nvSpPr>
        <p:spPr>
          <a:xfrm>
            <a:off x="1020601" y="3055119"/>
            <a:ext cx="2720132" cy="1070742"/>
          </a:xfrm>
          <a:prstGeom prst="rect">
            <a:avLst/>
          </a:prstGeom>
          <a:noFill/>
        </p:spPr>
        <p:txBody>
          <a:bodyPr wrap="square">
            <a:spAutoFit/>
          </a:bodyPr>
          <a:lstStyle/>
          <a:p>
            <a:pPr>
              <a:lnSpc>
                <a:spcPct val="120000"/>
              </a:lnSpc>
            </a:pPr>
            <a:r>
              <a:rPr kumimoji="1" lang="ja-JP" altLang="en-US" b="1" dirty="0">
                <a:solidFill>
                  <a:schemeClr val="bg1"/>
                </a:solidFill>
              </a:rPr>
              <a:t>見出し文字</a:t>
            </a:r>
            <a:r>
              <a:rPr lang="ja-JP" altLang="en-US" b="1" dirty="0">
                <a:solidFill>
                  <a:schemeClr val="bg1"/>
                </a:solidFill>
              </a:rPr>
              <a:t>サイズ</a:t>
            </a:r>
            <a:endParaRPr lang="en-US" altLang="ja-JP" b="1" dirty="0">
              <a:solidFill>
                <a:schemeClr val="bg1"/>
              </a:solidFill>
            </a:endParaRPr>
          </a:p>
          <a:p>
            <a:pPr>
              <a:lnSpc>
                <a:spcPct val="120000"/>
              </a:lnSpc>
            </a:pPr>
            <a:r>
              <a:rPr kumimoji="1" lang="en-US" altLang="ja-JP" b="1" dirty="0">
                <a:solidFill>
                  <a:schemeClr val="bg1"/>
                </a:solidFill>
              </a:rPr>
              <a:t>18pt/</a:t>
            </a:r>
            <a:r>
              <a:rPr kumimoji="1" lang="ja-JP" altLang="en-US" b="1" dirty="0">
                <a:solidFill>
                  <a:schemeClr val="bg1"/>
                </a:solidFill>
              </a:rPr>
              <a:t>テキストボックス</a:t>
            </a:r>
            <a:endParaRPr kumimoji="1" lang="en-US" altLang="ja-JP" b="1" dirty="0">
              <a:solidFill>
                <a:schemeClr val="bg1"/>
              </a:solidFill>
            </a:endParaRPr>
          </a:p>
          <a:p>
            <a:pPr>
              <a:lnSpc>
                <a:spcPct val="120000"/>
              </a:lnSpc>
            </a:pPr>
            <a:r>
              <a:rPr lang="ja-JP" altLang="en-US" b="1" dirty="0">
                <a:solidFill>
                  <a:schemeClr val="bg1"/>
                </a:solidFill>
              </a:rPr>
              <a:t>にて文字入力</a:t>
            </a:r>
            <a:endParaRPr kumimoji="1" lang="en-US" altLang="ja-JP" b="1" dirty="0">
              <a:solidFill>
                <a:schemeClr val="bg1"/>
              </a:solidFill>
            </a:endParaRPr>
          </a:p>
        </p:txBody>
      </p:sp>
      <p:sp>
        <p:nvSpPr>
          <p:cNvPr id="13" name="矢印: 五方向 17">
            <a:extLst>
              <a:ext uri="{FF2B5EF4-FFF2-40B4-BE49-F238E27FC236}">
                <a16:creationId xmlns:a16="http://schemas.microsoft.com/office/drawing/2014/main" id="{53936C05-FCFC-1A4D-8912-73AB1EDC150E}"/>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4" name="テキスト ボックス 13">
            <a:extLst>
              <a:ext uri="{FF2B5EF4-FFF2-40B4-BE49-F238E27FC236}">
                <a16:creationId xmlns:a16="http://schemas.microsoft.com/office/drawing/2014/main" id="{25877103-8E25-8DA3-6183-FDC0F6B3CC40}"/>
              </a:ext>
            </a:extLst>
          </p:cNvPr>
          <p:cNvSpPr txBox="1"/>
          <p:nvPr/>
        </p:nvSpPr>
        <p:spPr>
          <a:xfrm>
            <a:off x="4310649" y="3113089"/>
            <a:ext cx="2720132"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5" name="矢印: 五方向 23">
            <a:extLst>
              <a:ext uri="{FF2B5EF4-FFF2-40B4-BE49-F238E27FC236}">
                <a16:creationId xmlns:a16="http://schemas.microsoft.com/office/drawing/2014/main" id="{FA0100B0-73AA-6CDD-2EDD-B0C27D3D0E38}"/>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6" name="テキスト ボックス 15">
            <a:extLst>
              <a:ext uri="{FF2B5EF4-FFF2-40B4-BE49-F238E27FC236}">
                <a16:creationId xmlns:a16="http://schemas.microsoft.com/office/drawing/2014/main" id="{D2E4690D-B465-EE90-82CF-314AF046C221}"/>
              </a:ext>
            </a:extLst>
          </p:cNvPr>
          <p:cNvSpPr txBox="1"/>
          <p:nvPr/>
        </p:nvSpPr>
        <p:spPr>
          <a:xfrm>
            <a:off x="7549896" y="3163833"/>
            <a:ext cx="2720132"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cxnSp>
        <p:nvCxnSpPr>
          <p:cNvPr id="17" name="直線コネクタ 16">
            <a:extLst>
              <a:ext uri="{FF2B5EF4-FFF2-40B4-BE49-F238E27FC236}">
                <a16:creationId xmlns:a16="http://schemas.microsoft.com/office/drawing/2014/main" id="{0854ED40-0A5A-E09A-5B53-FD1B1A1E66CB}"/>
              </a:ext>
            </a:extLst>
          </p:cNvPr>
          <p:cNvCxnSpPr>
            <a:cxnSpLocks/>
          </p:cNvCxnSpPr>
          <p:nvPr/>
        </p:nvCxnSpPr>
        <p:spPr>
          <a:xfrm>
            <a:off x="960774"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09CEF95-B6C8-77B2-8C73-67D0C5BDDEF1}"/>
              </a:ext>
            </a:extLst>
          </p:cNvPr>
          <p:cNvCxnSpPr>
            <a:cxnSpLocks/>
          </p:cNvCxnSpPr>
          <p:nvPr/>
        </p:nvCxnSpPr>
        <p:spPr>
          <a:xfrm>
            <a:off x="4200738"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9C0500EE-B352-027B-77B9-1E9585FD8C2F}"/>
              </a:ext>
            </a:extLst>
          </p:cNvPr>
          <p:cNvCxnSpPr>
            <a:cxnSpLocks/>
          </p:cNvCxnSpPr>
          <p:nvPr/>
        </p:nvCxnSpPr>
        <p:spPr>
          <a:xfrm>
            <a:off x="7436283"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3100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小見出しの見せ方パターンその２</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7071123" cy="400110"/>
          </a:xfrm>
          <a:prstGeom prst="rect">
            <a:avLst/>
          </a:prstGeom>
          <a:noFill/>
        </p:spPr>
        <p:txBody>
          <a:bodyPr wrap="square">
            <a:spAutoFit/>
          </a:bodyPr>
          <a:lstStyle/>
          <a:p>
            <a:r>
              <a:rPr kumimoji="1" lang="ja-JP" altLang="en-US" sz="2000" b="1" dirty="0">
                <a:solidFill>
                  <a:schemeClr val="tx1">
                    <a:lumMod val="75000"/>
                    <a:lumOff val="25000"/>
                  </a:schemeClr>
                </a:solidFill>
              </a:rPr>
              <a:t>形の変形パターンは「テキストボックス」で文字入力する</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1553630"/>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endParaRPr kumimoji="1" lang="en-US" altLang="ja-JP" sz="1600"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691956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吹き出し: 折線 2">
            <a:extLst>
              <a:ext uri="{FF2B5EF4-FFF2-40B4-BE49-F238E27FC236}">
                <a16:creationId xmlns:a16="http://schemas.microsoft.com/office/drawing/2014/main" id="{AF8B7035-459E-0E29-7F20-255F70325F19}"/>
              </a:ext>
            </a:extLst>
          </p:cNvPr>
          <p:cNvSpPr/>
          <p:nvPr/>
        </p:nvSpPr>
        <p:spPr>
          <a:xfrm>
            <a:off x="-2066834" y="2164953"/>
            <a:ext cx="1975393" cy="1688914"/>
          </a:xfrm>
          <a:prstGeom prst="borderCallout2">
            <a:avLst>
              <a:gd name="adj1" fmla="val 19760"/>
              <a:gd name="adj2" fmla="val 105043"/>
              <a:gd name="adj3" fmla="val 19962"/>
              <a:gd name="adj4" fmla="val 111613"/>
              <a:gd name="adj5" fmla="val 43786"/>
              <a:gd name="adj6" fmla="val 150926"/>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sz="1400" b="1" dirty="0">
                <a:solidFill>
                  <a:schemeClr val="tx1">
                    <a:lumMod val="75000"/>
                    <a:lumOff val="25000"/>
                  </a:schemeClr>
                </a:solidFill>
              </a:rPr>
              <a:t>小見出しの周囲に余白が少ないと、</a:t>
            </a:r>
            <a:endParaRPr lang="en-US" altLang="ja-JP" sz="1400" b="1" dirty="0">
              <a:solidFill>
                <a:schemeClr val="tx1">
                  <a:lumMod val="75000"/>
                  <a:lumOff val="25000"/>
                </a:schemeClr>
              </a:solidFill>
            </a:endParaRPr>
          </a:p>
          <a:p>
            <a:pPr>
              <a:lnSpc>
                <a:spcPct val="120000"/>
              </a:lnSpc>
            </a:pPr>
            <a:r>
              <a:rPr lang="ja-JP" altLang="en-US" sz="1400" b="1" dirty="0">
                <a:solidFill>
                  <a:schemeClr val="tx1">
                    <a:lumMod val="75000"/>
                    <a:lumOff val="25000"/>
                  </a:schemeClr>
                </a:solidFill>
              </a:rPr>
              <a:t>目立ちづらくなるので非推奨。</a:t>
            </a:r>
            <a:endParaRPr kumimoji="1" lang="ja-JP" altLang="en-US" sz="1400" b="1"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D248D62-F94C-89CD-7412-140EA64C5B42}"/>
              </a:ext>
            </a:extLst>
          </p:cNvPr>
          <p:cNvSpPr/>
          <p:nvPr/>
        </p:nvSpPr>
        <p:spPr>
          <a:xfrm>
            <a:off x="957788"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8" name="正方形/長方形 7">
            <a:extLst>
              <a:ext uri="{FF2B5EF4-FFF2-40B4-BE49-F238E27FC236}">
                <a16:creationId xmlns:a16="http://schemas.microsoft.com/office/drawing/2014/main" id="{86733789-7005-DB88-2948-4229744C6AF6}"/>
              </a:ext>
            </a:extLst>
          </p:cNvPr>
          <p:cNvSpPr/>
          <p:nvPr/>
        </p:nvSpPr>
        <p:spPr>
          <a:xfrm>
            <a:off x="4197036"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9" name="正方形/長方形 8">
            <a:extLst>
              <a:ext uri="{FF2B5EF4-FFF2-40B4-BE49-F238E27FC236}">
                <a16:creationId xmlns:a16="http://schemas.microsoft.com/office/drawing/2014/main" id="{0B64511F-D2EE-5F77-C137-85E4CE87F253}"/>
              </a:ext>
            </a:extLst>
          </p:cNvPr>
          <p:cNvSpPr/>
          <p:nvPr/>
        </p:nvSpPr>
        <p:spPr>
          <a:xfrm>
            <a:off x="7436283"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lang="en-US" altLang="ja-JP" sz="12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※12pt</a:t>
            </a:r>
            <a:r>
              <a:rPr kumimoji="1" lang="ja-JP" altLang="en-US" sz="1400" dirty="0">
                <a:solidFill>
                  <a:schemeClr val="tx1">
                    <a:lumMod val="75000"/>
                    <a:lumOff val="25000"/>
                  </a:schemeClr>
                </a:solidFill>
              </a:rPr>
              <a:t>は非推奨だが場合によっては</a:t>
            </a: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p:txBody>
      </p:sp>
      <p:sp>
        <p:nvSpPr>
          <p:cNvPr id="10" name="テキスト ボックス 9">
            <a:extLst>
              <a:ext uri="{FF2B5EF4-FFF2-40B4-BE49-F238E27FC236}">
                <a16:creationId xmlns:a16="http://schemas.microsoft.com/office/drawing/2014/main" id="{683F95BF-E87C-C406-0B11-F1A689DCDE1C}"/>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1" name="テキスト ボックス 10">
            <a:extLst>
              <a:ext uri="{FF2B5EF4-FFF2-40B4-BE49-F238E27FC236}">
                <a16:creationId xmlns:a16="http://schemas.microsoft.com/office/drawing/2014/main" id="{EF7D78FE-6CB5-3836-E99D-72C9D4A8BFBA}"/>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2" name="矢印: 五方向 23">
            <a:extLst>
              <a:ext uri="{FF2B5EF4-FFF2-40B4-BE49-F238E27FC236}">
                <a16:creationId xmlns:a16="http://schemas.microsoft.com/office/drawing/2014/main" id="{12E302BF-7BDF-6115-E1E7-DAFC7C12F2C0}"/>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3" name="テキスト ボックス 12">
            <a:extLst>
              <a:ext uri="{FF2B5EF4-FFF2-40B4-BE49-F238E27FC236}">
                <a16:creationId xmlns:a16="http://schemas.microsoft.com/office/drawing/2014/main" id="{63AAF3DC-EDEE-A9B3-F814-4AED2FBB8259}"/>
              </a:ext>
            </a:extLst>
          </p:cNvPr>
          <p:cNvSpPr txBox="1"/>
          <p:nvPr/>
        </p:nvSpPr>
        <p:spPr>
          <a:xfrm>
            <a:off x="1020601" y="3055119"/>
            <a:ext cx="2720132" cy="1070742"/>
          </a:xfrm>
          <a:prstGeom prst="rect">
            <a:avLst/>
          </a:prstGeom>
          <a:noFill/>
        </p:spPr>
        <p:txBody>
          <a:bodyPr wrap="square">
            <a:spAutoFit/>
          </a:bodyPr>
          <a:lstStyle/>
          <a:p>
            <a:pPr>
              <a:lnSpc>
                <a:spcPct val="120000"/>
              </a:lnSpc>
            </a:pPr>
            <a:r>
              <a:rPr kumimoji="1" lang="ja-JP" altLang="en-US" b="1" dirty="0">
                <a:solidFill>
                  <a:schemeClr val="bg1"/>
                </a:solidFill>
              </a:rPr>
              <a:t>見出し文字</a:t>
            </a:r>
            <a:r>
              <a:rPr lang="ja-JP" altLang="en-US" b="1" dirty="0">
                <a:solidFill>
                  <a:schemeClr val="bg1"/>
                </a:solidFill>
              </a:rPr>
              <a:t>サイズ</a:t>
            </a:r>
            <a:endParaRPr lang="en-US" altLang="ja-JP" b="1" dirty="0">
              <a:solidFill>
                <a:schemeClr val="bg1"/>
              </a:solidFill>
            </a:endParaRPr>
          </a:p>
          <a:p>
            <a:pPr>
              <a:lnSpc>
                <a:spcPct val="120000"/>
              </a:lnSpc>
            </a:pPr>
            <a:r>
              <a:rPr kumimoji="1" lang="en-US" altLang="ja-JP" b="1" dirty="0">
                <a:solidFill>
                  <a:schemeClr val="bg1"/>
                </a:solidFill>
              </a:rPr>
              <a:t>18pt/</a:t>
            </a:r>
            <a:r>
              <a:rPr kumimoji="1" lang="ja-JP" altLang="en-US" b="1" dirty="0">
                <a:solidFill>
                  <a:schemeClr val="bg1"/>
                </a:solidFill>
              </a:rPr>
              <a:t>テキストボックス</a:t>
            </a:r>
            <a:endParaRPr kumimoji="1" lang="en-US" altLang="ja-JP" b="1" dirty="0">
              <a:solidFill>
                <a:schemeClr val="bg1"/>
              </a:solidFill>
            </a:endParaRPr>
          </a:p>
          <a:p>
            <a:pPr>
              <a:lnSpc>
                <a:spcPct val="120000"/>
              </a:lnSpc>
            </a:pPr>
            <a:r>
              <a:rPr lang="ja-JP" altLang="en-US" b="1" dirty="0">
                <a:solidFill>
                  <a:schemeClr val="bg1"/>
                </a:solidFill>
              </a:rPr>
              <a:t>にて文字入力</a:t>
            </a:r>
            <a:endParaRPr kumimoji="1" lang="en-US" altLang="ja-JP" b="1" dirty="0">
              <a:solidFill>
                <a:schemeClr val="bg1"/>
              </a:solidFill>
            </a:endParaRPr>
          </a:p>
        </p:txBody>
      </p:sp>
      <p:sp>
        <p:nvSpPr>
          <p:cNvPr id="14" name="矢印: 五方向 25">
            <a:extLst>
              <a:ext uri="{FF2B5EF4-FFF2-40B4-BE49-F238E27FC236}">
                <a16:creationId xmlns:a16="http://schemas.microsoft.com/office/drawing/2014/main" id="{948297FE-BD0B-83F8-6878-BF8D85918E25}"/>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5" name="テキスト ボックス 14">
            <a:extLst>
              <a:ext uri="{FF2B5EF4-FFF2-40B4-BE49-F238E27FC236}">
                <a16:creationId xmlns:a16="http://schemas.microsoft.com/office/drawing/2014/main" id="{29B5F4C6-59E2-AA01-8A40-41CB81147BDF}"/>
              </a:ext>
            </a:extLst>
          </p:cNvPr>
          <p:cNvSpPr txBox="1"/>
          <p:nvPr/>
        </p:nvSpPr>
        <p:spPr>
          <a:xfrm>
            <a:off x="4310649" y="3113089"/>
            <a:ext cx="2720132"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6" name="矢印: 五方向 31">
            <a:extLst>
              <a:ext uri="{FF2B5EF4-FFF2-40B4-BE49-F238E27FC236}">
                <a16:creationId xmlns:a16="http://schemas.microsoft.com/office/drawing/2014/main" id="{A471CD48-C19C-004A-D8C7-CC450596BE6D}"/>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7" name="テキスト ボックス 16">
            <a:extLst>
              <a:ext uri="{FF2B5EF4-FFF2-40B4-BE49-F238E27FC236}">
                <a16:creationId xmlns:a16="http://schemas.microsoft.com/office/drawing/2014/main" id="{25F64F32-0DF3-74F4-5D5B-FE2B9C473731}"/>
              </a:ext>
            </a:extLst>
          </p:cNvPr>
          <p:cNvSpPr txBox="1"/>
          <p:nvPr/>
        </p:nvSpPr>
        <p:spPr>
          <a:xfrm>
            <a:off x="7549896" y="3163833"/>
            <a:ext cx="2720132"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cxnSp>
        <p:nvCxnSpPr>
          <p:cNvPr id="18" name="直線コネクタ 17">
            <a:extLst>
              <a:ext uri="{FF2B5EF4-FFF2-40B4-BE49-F238E27FC236}">
                <a16:creationId xmlns:a16="http://schemas.microsoft.com/office/drawing/2014/main" id="{E31198EB-49F2-B999-7108-9BA66F94A54C}"/>
              </a:ext>
            </a:extLst>
          </p:cNvPr>
          <p:cNvCxnSpPr>
            <a:cxnSpLocks/>
          </p:cNvCxnSpPr>
          <p:nvPr/>
        </p:nvCxnSpPr>
        <p:spPr>
          <a:xfrm>
            <a:off x="960774"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7E8B761B-F6F7-AD00-3228-5F7FDC68E742}"/>
              </a:ext>
            </a:extLst>
          </p:cNvPr>
          <p:cNvCxnSpPr>
            <a:cxnSpLocks/>
          </p:cNvCxnSpPr>
          <p:nvPr/>
        </p:nvCxnSpPr>
        <p:spPr>
          <a:xfrm>
            <a:off x="4200738"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FA7646D-060E-177D-C9F8-0C6221148F44}"/>
              </a:ext>
            </a:extLst>
          </p:cNvPr>
          <p:cNvCxnSpPr>
            <a:cxnSpLocks/>
          </p:cNvCxnSpPr>
          <p:nvPr/>
        </p:nvCxnSpPr>
        <p:spPr>
          <a:xfrm>
            <a:off x="7436283"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5206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文字を目立たせるヒント</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5385399" cy="400110"/>
          </a:xfrm>
          <a:prstGeom prst="rect">
            <a:avLst/>
          </a:prstGeom>
          <a:noFill/>
        </p:spPr>
        <p:txBody>
          <a:bodyPr wrap="square">
            <a:spAutoFit/>
          </a:bodyPr>
          <a:lstStyle/>
          <a:p>
            <a:r>
              <a:rPr lang="ja-JP" altLang="en-US" sz="2000" b="1" dirty="0">
                <a:solidFill>
                  <a:schemeClr val="tx1">
                    <a:lumMod val="75000"/>
                    <a:lumOff val="25000"/>
                  </a:schemeClr>
                </a:solidFill>
              </a:rPr>
              <a:t>色々やりすぎない、シンプルに目立たせる</a:t>
            </a:r>
            <a:endParaRPr kumimoji="1" lang="ja-JP" altLang="en-US" sz="2000" b="1" dirty="0">
              <a:solidFill>
                <a:schemeClr val="tx1">
                  <a:lumMod val="75000"/>
                  <a:lumOff val="25000"/>
                </a:schemeClr>
              </a:solidFill>
            </a:endParaRP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962508"/>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テキストテキスト</a:t>
            </a:r>
            <a:r>
              <a:rPr kumimoji="1" lang="ja-JP" altLang="en-US" sz="1600" b="1" dirty="0">
                <a:solidFill>
                  <a:schemeClr val="tx1">
                    <a:lumMod val="75000"/>
                    <a:lumOff val="25000"/>
                  </a:schemeClr>
                </a:solidFill>
              </a:rPr>
              <a:t>目立たせる際、色は変えず太字にする。</a:t>
            </a:r>
            <a:r>
              <a:rPr kumimoji="1" lang="ja-JP" altLang="en-US" sz="1600" b="1" u="sng" dirty="0">
                <a:solidFill>
                  <a:schemeClr val="tx1">
                    <a:lumMod val="75000"/>
                    <a:lumOff val="25000"/>
                  </a:schemeClr>
                </a:solidFill>
              </a:rPr>
              <a:t>または下線を引く手もある。</a:t>
            </a:r>
            <a:r>
              <a:rPr kumimoji="1" lang="ja-JP" altLang="en-US" sz="1600" dirty="0">
                <a:solidFill>
                  <a:schemeClr val="tx1">
                    <a:lumMod val="75000"/>
                    <a:lumOff val="25000"/>
                  </a:schemeClr>
                </a:solidFill>
              </a:rPr>
              <a:t>テキストテキストテキステキストテキス</a:t>
            </a:r>
            <a:r>
              <a:rPr kumimoji="1" lang="ja-JP" altLang="en-US" sz="1600" dirty="0">
                <a:solidFill>
                  <a:srgbClr val="FF0000"/>
                </a:solidFill>
              </a:rPr>
              <a:t>色を赤に変えてもいいし</a:t>
            </a:r>
            <a:r>
              <a:rPr kumimoji="1" lang="ja-JP" altLang="en-US" sz="1600" b="1" dirty="0">
                <a:solidFill>
                  <a:srgbClr val="FF0000"/>
                </a:solidFill>
              </a:rPr>
              <a:t>太字にしても</a:t>
            </a:r>
            <a:r>
              <a:rPr kumimoji="1" lang="ja-JP" altLang="en-US" sz="1600" b="1" u="sng" dirty="0">
                <a:solidFill>
                  <a:srgbClr val="FF0000"/>
                </a:solidFill>
              </a:rPr>
              <a:t>下線を引いてもいい。</a:t>
            </a:r>
            <a:r>
              <a:rPr kumimoji="1" lang="ja-JP" altLang="en-US" sz="1600" dirty="0">
                <a:solidFill>
                  <a:schemeClr val="tx1">
                    <a:lumMod val="75000"/>
                    <a:lumOff val="25000"/>
                  </a:schemeClr>
                </a:solidFill>
              </a:rPr>
              <a:t>トテキストテキストテキストテキストテキスト</a:t>
            </a:r>
            <a:r>
              <a:rPr kumimoji="1" lang="ja-JP" altLang="en-US" sz="1600" b="1" dirty="0">
                <a:solidFill>
                  <a:schemeClr val="accent6">
                    <a:lumMod val="75000"/>
                  </a:schemeClr>
                </a:solidFill>
              </a:rPr>
              <a:t>しかし色数が増えると</a:t>
            </a:r>
            <a:r>
              <a:rPr kumimoji="1" lang="ja-JP" altLang="en-US" sz="1600" b="1" dirty="0">
                <a:solidFill>
                  <a:schemeClr val="accent1"/>
                </a:solidFill>
              </a:rPr>
              <a:t>かえって目立たない</a:t>
            </a:r>
            <a:r>
              <a:rPr kumimoji="1" lang="en-US" altLang="ja-JP" sz="1600" b="1" dirty="0">
                <a:solidFill>
                  <a:schemeClr val="accent6">
                    <a:lumMod val="75000"/>
                  </a:schemeClr>
                </a:solidFill>
              </a:rPr>
              <a:t>/</a:t>
            </a:r>
            <a:r>
              <a:rPr kumimoji="1" lang="ja-JP" altLang="en-US" sz="1600" b="1" dirty="0">
                <a:solidFill>
                  <a:schemeClr val="accent4"/>
                </a:solidFill>
              </a:rPr>
              <a:t>ページ全体が見づらくなる</a:t>
            </a:r>
            <a:r>
              <a:rPr kumimoji="1" lang="ja-JP" altLang="en-US" sz="1600" b="1" dirty="0">
                <a:solidFill>
                  <a:schemeClr val="accent6">
                    <a:lumMod val="75000"/>
                  </a:schemeClr>
                </a:solidFill>
              </a:rPr>
              <a:t>ので</a:t>
            </a:r>
            <a:r>
              <a:rPr lang="ja-JP" altLang="en-US" sz="1600" b="1" dirty="0">
                <a:solidFill>
                  <a:schemeClr val="accent6">
                    <a:lumMod val="75000"/>
                  </a:schemeClr>
                </a:solidFill>
              </a:rPr>
              <a:t>非推奨</a:t>
            </a:r>
            <a:endParaRPr kumimoji="1" lang="ja-JP" altLang="en-US" sz="1600" b="1"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49993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957788"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テキストテキストテキストテキストテキスト</a:t>
            </a:r>
            <a:r>
              <a:rPr kumimoji="1" lang="ja-JP" altLang="en-US" sz="1400" b="1" dirty="0">
                <a:solidFill>
                  <a:schemeClr val="tx1">
                    <a:lumMod val="75000"/>
                    <a:lumOff val="25000"/>
                  </a:schemeClr>
                </a:solidFill>
              </a:rPr>
              <a:t>テキストテキスト</a:t>
            </a:r>
            <a:r>
              <a:rPr kumimoji="1" lang="ja-JP" altLang="en-US" sz="1400" dirty="0">
                <a:solidFill>
                  <a:schemeClr val="tx1">
                    <a:lumMod val="75000"/>
                    <a:lumOff val="25000"/>
                  </a:schemeClr>
                </a:solidFill>
              </a:rPr>
              <a:t>テキストテキストテキストテキストテキストテキストテキストテキストテキスト</a:t>
            </a:r>
            <a:r>
              <a:rPr kumimoji="1" lang="ja-JP" altLang="en-US" sz="1400" b="1" u="sng" dirty="0">
                <a:solidFill>
                  <a:schemeClr val="tx1">
                    <a:lumMod val="75000"/>
                    <a:lumOff val="25000"/>
                  </a:schemeClr>
                </a:solidFill>
              </a:rPr>
              <a:t>テキストテキストテキスト</a:t>
            </a:r>
            <a:endParaRPr kumimoji="1" lang="en-US" altLang="ja-JP" sz="1400" b="1" u="sng"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2381160-8635-0D7B-A5CC-2D1ECE05AD8A}"/>
              </a:ext>
            </a:extLst>
          </p:cNvPr>
          <p:cNvSpPr/>
          <p:nvPr/>
        </p:nvSpPr>
        <p:spPr>
          <a:xfrm>
            <a:off x="4197036"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テキストテキストテキストテキストテキスト</a:t>
            </a:r>
            <a:r>
              <a:rPr kumimoji="1" lang="ja-JP" altLang="en-US" sz="1400" b="1" dirty="0">
                <a:solidFill>
                  <a:srgbClr val="FF0000"/>
                </a:solidFill>
              </a:rPr>
              <a:t>テキストテキスト</a:t>
            </a:r>
            <a:r>
              <a:rPr kumimoji="1" lang="ja-JP" altLang="en-US" sz="1400" dirty="0">
                <a:solidFill>
                  <a:schemeClr val="tx1">
                    <a:lumMod val="75000"/>
                    <a:lumOff val="25000"/>
                  </a:schemeClr>
                </a:solidFill>
              </a:rPr>
              <a:t>テキストテキストテキストテキストテキストテキストテキストテキストテキスト</a:t>
            </a:r>
            <a:r>
              <a:rPr kumimoji="1" lang="ja-JP" altLang="en-US" sz="1400" b="1" u="sng" dirty="0">
                <a:solidFill>
                  <a:srgbClr val="FF0000"/>
                </a:solidFill>
              </a:rPr>
              <a:t>テキストテキストテキスト</a:t>
            </a:r>
            <a:endParaRPr kumimoji="1" lang="en-US" altLang="ja-JP" sz="1400" b="1" u="sng" dirty="0">
              <a:solidFill>
                <a:srgbClr val="FF0000"/>
              </a:solidFill>
            </a:endParaRPr>
          </a:p>
        </p:txBody>
      </p:sp>
      <p:sp>
        <p:nvSpPr>
          <p:cNvPr id="8" name="正方形/長方形 7">
            <a:extLst>
              <a:ext uri="{FF2B5EF4-FFF2-40B4-BE49-F238E27FC236}">
                <a16:creationId xmlns:a16="http://schemas.microsoft.com/office/drawing/2014/main" id="{97F46A15-276A-C0A6-E307-C7AA1DC4138E}"/>
              </a:ext>
            </a:extLst>
          </p:cNvPr>
          <p:cNvSpPr/>
          <p:nvPr/>
        </p:nvSpPr>
        <p:spPr>
          <a:xfrm>
            <a:off x="7436283"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テキストを目立たせる際は</a:t>
            </a:r>
            <a:endParaRPr kumimoji="1" lang="en-US" altLang="ja-JP" sz="1400" dirty="0">
              <a:solidFill>
                <a:schemeClr val="tx1">
                  <a:lumMod val="75000"/>
                  <a:lumOff val="25000"/>
                </a:schemeClr>
              </a:solidFill>
            </a:endParaRPr>
          </a:p>
          <a:p>
            <a:pPr>
              <a:lnSpc>
                <a:spcPct val="120000"/>
              </a:lnSpc>
            </a:pPr>
            <a:endParaRPr kumimoji="1" lang="en-US" altLang="ja-JP" sz="7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a:t>
            </a:r>
            <a:r>
              <a:rPr lang="ja-JP" altLang="en-US" sz="1400" b="1" dirty="0">
                <a:solidFill>
                  <a:schemeClr val="tx1">
                    <a:lumMod val="75000"/>
                    <a:lumOff val="25000"/>
                  </a:schemeClr>
                </a:solidFill>
              </a:rPr>
              <a:t>太字</a:t>
            </a:r>
            <a:r>
              <a:rPr lang="ja-JP" altLang="en-US" sz="1400" dirty="0">
                <a:solidFill>
                  <a:schemeClr val="tx1">
                    <a:lumMod val="75000"/>
                    <a:lumOff val="25000"/>
                  </a:schemeClr>
                </a:solidFill>
              </a:rPr>
              <a:t>や</a:t>
            </a:r>
            <a:r>
              <a:rPr lang="ja-JP" altLang="en-US" sz="1400" u="sng" dirty="0">
                <a:solidFill>
                  <a:schemeClr val="tx1">
                    <a:lumMod val="75000"/>
                    <a:lumOff val="25000"/>
                  </a:schemeClr>
                </a:solidFill>
              </a:rPr>
              <a:t>下線</a:t>
            </a:r>
            <a:r>
              <a:rPr lang="ja-JP" altLang="en-US" sz="1400" dirty="0">
                <a:solidFill>
                  <a:schemeClr val="tx1">
                    <a:lumMod val="75000"/>
                    <a:lumOff val="25000"/>
                  </a:schemeClr>
                </a:solidFill>
              </a:rPr>
              <a:t>や</a:t>
            </a:r>
            <a:r>
              <a:rPr lang="ja-JP" altLang="en-US" sz="1400" b="1" u="sng" dirty="0">
                <a:solidFill>
                  <a:schemeClr val="tx1">
                    <a:lumMod val="75000"/>
                    <a:lumOff val="25000"/>
                  </a:schemeClr>
                </a:solidFill>
              </a:rPr>
              <a:t>組み合わせで</a:t>
            </a:r>
            <a:endParaRPr lang="en-US" altLang="ja-JP" sz="1400" b="1" u="sng" dirty="0">
              <a:solidFill>
                <a:schemeClr val="tx1">
                  <a:lumMod val="75000"/>
                  <a:lumOff val="25000"/>
                </a:schemeClr>
              </a:solidFill>
            </a:endParaRPr>
          </a:p>
          <a:p>
            <a:pPr>
              <a:lnSpc>
                <a:spcPct val="120000"/>
              </a:lnSpc>
            </a:pPr>
            <a:r>
              <a:rPr kumimoji="1" lang="ja-JP" altLang="en-US" sz="1400" dirty="0">
                <a:solidFill>
                  <a:schemeClr val="tx1">
                    <a:lumMod val="75000"/>
                    <a:lumOff val="25000"/>
                  </a:schemeClr>
                </a:solidFill>
              </a:rPr>
              <a:t>・色は</a:t>
            </a:r>
            <a:r>
              <a:rPr kumimoji="1" lang="ja-JP" altLang="en-US" sz="1400" dirty="0">
                <a:solidFill>
                  <a:srgbClr val="FF0000"/>
                </a:solidFill>
              </a:rPr>
              <a:t>赤のワンポイント</a:t>
            </a:r>
            <a:r>
              <a:rPr kumimoji="1" lang="ja-JP" altLang="en-US" sz="1400" dirty="0">
                <a:solidFill>
                  <a:schemeClr val="tx1">
                    <a:lumMod val="75000"/>
                    <a:lumOff val="25000"/>
                  </a:schemeClr>
                </a:solidFill>
              </a:rPr>
              <a:t>推奨</a:t>
            </a:r>
            <a:endParaRPr kumimoji="1" lang="en-US" altLang="ja-JP" sz="14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・またはこのように「・」で</a:t>
            </a:r>
            <a:endParaRPr lang="en-US" altLang="ja-JP" sz="14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　情報整理を行うと理解が進む</a:t>
            </a:r>
            <a:endParaRPr lang="en-US" altLang="ja-JP" sz="1400" dirty="0">
              <a:solidFill>
                <a:schemeClr val="tx1">
                  <a:lumMod val="75000"/>
                  <a:lumOff val="25000"/>
                </a:schemeClr>
              </a:solidFill>
            </a:endParaRPr>
          </a:p>
          <a:p>
            <a:pPr>
              <a:lnSpc>
                <a:spcPct val="120000"/>
              </a:lnSpc>
            </a:pPr>
            <a:r>
              <a:rPr kumimoji="1" lang="ja-JP" altLang="en-US" sz="1400" dirty="0">
                <a:solidFill>
                  <a:schemeClr val="tx1">
                    <a:lumMod val="75000"/>
                    <a:lumOff val="25000"/>
                  </a:schemeClr>
                </a:solidFill>
              </a:rPr>
              <a:t>　</a:t>
            </a:r>
            <a:endParaRPr kumimoji="1" lang="en-US" altLang="ja-JP" sz="1400" dirty="0">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FC647906-3CA3-7E42-6534-47108B124C59}"/>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0" name="テキスト ボックス 9">
            <a:extLst>
              <a:ext uri="{FF2B5EF4-FFF2-40B4-BE49-F238E27FC236}">
                <a16:creationId xmlns:a16="http://schemas.microsoft.com/office/drawing/2014/main" id="{6B370CDC-D0E7-6B93-CEE5-0D0BF2FC33E2}"/>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1" name="矢印: 五方向 14">
            <a:extLst>
              <a:ext uri="{FF2B5EF4-FFF2-40B4-BE49-F238E27FC236}">
                <a16:creationId xmlns:a16="http://schemas.microsoft.com/office/drawing/2014/main" id="{C95BE6DC-B36D-4EC5-808B-FBEC3BD04007}"/>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2" name="矢印: 五方向 20">
            <a:extLst>
              <a:ext uri="{FF2B5EF4-FFF2-40B4-BE49-F238E27FC236}">
                <a16:creationId xmlns:a16="http://schemas.microsoft.com/office/drawing/2014/main" id="{EF7291BC-7845-6A2A-BF5A-E7246C38FD0F}"/>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3" name="矢印: 五方向 23">
            <a:extLst>
              <a:ext uri="{FF2B5EF4-FFF2-40B4-BE49-F238E27FC236}">
                <a16:creationId xmlns:a16="http://schemas.microsoft.com/office/drawing/2014/main" id="{37005A18-5844-06CA-7850-673E8A3C6922}"/>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4" name="テキスト ボックス 13">
            <a:extLst>
              <a:ext uri="{FF2B5EF4-FFF2-40B4-BE49-F238E27FC236}">
                <a16:creationId xmlns:a16="http://schemas.microsoft.com/office/drawing/2014/main" id="{8D447EC7-5C2A-7EDF-4003-89E7FB0388F4}"/>
              </a:ext>
            </a:extLst>
          </p:cNvPr>
          <p:cNvSpPr txBox="1"/>
          <p:nvPr/>
        </p:nvSpPr>
        <p:spPr>
          <a:xfrm>
            <a:off x="1088416" y="3242786"/>
            <a:ext cx="2391902" cy="666529"/>
          </a:xfrm>
          <a:prstGeom prst="rect">
            <a:avLst/>
          </a:prstGeom>
          <a:noFill/>
        </p:spPr>
        <p:txBody>
          <a:bodyPr wrap="square">
            <a:spAutoFit/>
          </a:bodyPr>
          <a:lstStyle/>
          <a:p>
            <a:pPr algn="ctr">
              <a:lnSpc>
                <a:spcPct val="120000"/>
              </a:lnSpc>
            </a:pPr>
            <a:r>
              <a:rPr kumimoji="1" lang="ja-JP" altLang="en-US" sz="1600" b="1" dirty="0">
                <a:solidFill>
                  <a:schemeClr val="bg1"/>
                </a:solidFill>
              </a:rPr>
              <a:t>目立たせる例</a:t>
            </a:r>
            <a:endParaRPr kumimoji="1" lang="en-US" altLang="ja-JP" sz="1600" b="1" dirty="0">
              <a:solidFill>
                <a:schemeClr val="bg1"/>
              </a:solidFill>
            </a:endParaRPr>
          </a:p>
          <a:p>
            <a:pPr algn="ctr">
              <a:lnSpc>
                <a:spcPct val="120000"/>
              </a:lnSpc>
            </a:pPr>
            <a:r>
              <a:rPr kumimoji="1" lang="ja-JP" altLang="en-US" sz="1600" b="1" dirty="0">
                <a:solidFill>
                  <a:schemeClr val="bg1"/>
                </a:solidFill>
              </a:rPr>
              <a:t>その１</a:t>
            </a:r>
            <a:endParaRPr kumimoji="1" lang="en-US" altLang="ja-JP" sz="1600" b="1" dirty="0">
              <a:solidFill>
                <a:schemeClr val="bg1"/>
              </a:solidFill>
            </a:endParaRPr>
          </a:p>
        </p:txBody>
      </p:sp>
      <p:sp>
        <p:nvSpPr>
          <p:cNvPr id="15" name="テキスト ボックス 14">
            <a:extLst>
              <a:ext uri="{FF2B5EF4-FFF2-40B4-BE49-F238E27FC236}">
                <a16:creationId xmlns:a16="http://schemas.microsoft.com/office/drawing/2014/main" id="{D294CE5A-CF22-30FF-50D6-00F2A2A90946}"/>
              </a:ext>
            </a:extLst>
          </p:cNvPr>
          <p:cNvSpPr txBox="1"/>
          <p:nvPr/>
        </p:nvSpPr>
        <p:spPr>
          <a:xfrm>
            <a:off x="8123614" y="3390518"/>
            <a:ext cx="1856570" cy="371064"/>
          </a:xfrm>
          <a:prstGeom prst="rect">
            <a:avLst/>
          </a:prstGeom>
          <a:noFill/>
        </p:spPr>
        <p:txBody>
          <a:bodyPr wrap="square">
            <a:spAutoFit/>
          </a:bodyPr>
          <a:lstStyle/>
          <a:p>
            <a:pPr>
              <a:lnSpc>
                <a:spcPct val="120000"/>
              </a:lnSpc>
            </a:pPr>
            <a:r>
              <a:rPr kumimoji="1" lang="ja-JP" altLang="en-US" sz="1600" b="1" dirty="0">
                <a:solidFill>
                  <a:schemeClr val="bg1"/>
                </a:solidFill>
              </a:rPr>
              <a:t>注意点の整理</a:t>
            </a:r>
            <a:endParaRPr kumimoji="1" lang="en-US" altLang="ja-JP" sz="1600" b="1" dirty="0">
              <a:solidFill>
                <a:schemeClr val="bg1"/>
              </a:solidFill>
            </a:endParaRPr>
          </a:p>
        </p:txBody>
      </p:sp>
      <p:sp>
        <p:nvSpPr>
          <p:cNvPr id="16" name="テキスト ボックス 15">
            <a:extLst>
              <a:ext uri="{FF2B5EF4-FFF2-40B4-BE49-F238E27FC236}">
                <a16:creationId xmlns:a16="http://schemas.microsoft.com/office/drawing/2014/main" id="{DC8C26FA-EF84-A38A-786F-979E1D5492E3}"/>
              </a:ext>
            </a:extLst>
          </p:cNvPr>
          <p:cNvSpPr txBox="1"/>
          <p:nvPr/>
        </p:nvSpPr>
        <p:spPr>
          <a:xfrm>
            <a:off x="4391453" y="3242786"/>
            <a:ext cx="2391902" cy="666529"/>
          </a:xfrm>
          <a:prstGeom prst="rect">
            <a:avLst/>
          </a:prstGeom>
          <a:noFill/>
        </p:spPr>
        <p:txBody>
          <a:bodyPr wrap="square">
            <a:spAutoFit/>
          </a:bodyPr>
          <a:lstStyle/>
          <a:p>
            <a:pPr algn="ctr">
              <a:lnSpc>
                <a:spcPct val="120000"/>
              </a:lnSpc>
            </a:pPr>
            <a:r>
              <a:rPr kumimoji="1" lang="ja-JP" altLang="en-US" sz="1600" b="1" dirty="0">
                <a:solidFill>
                  <a:schemeClr val="bg1"/>
                </a:solidFill>
              </a:rPr>
              <a:t>目立たせる例</a:t>
            </a:r>
            <a:endParaRPr kumimoji="1" lang="en-US" altLang="ja-JP" sz="1600" b="1" dirty="0">
              <a:solidFill>
                <a:schemeClr val="bg1"/>
              </a:solidFill>
            </a:endParaRPr>
          </a:p>
          <a:p>
            <a:pPr algn="ctr">
              <a:lnSpc>
                <a:spcPct val="120000"/>
              </a:lnSpc>
            </a:pPr>
            <a:r>
              <a:rPr kumimoji="1" lang="ja-JP" altLang="en-US" sz="1600" b="1" dirty="0">
                <a:solidFill>
                  <a:schemeClr val="bg1"/>
                </a:solidFill>
              </a:rPr>
              <a:t>その２</a:t>
            </a:r>
            <a:endParaRPr kumimoji="1" lang="en-US" altLang="ja-JP" sz="1600" b="1" dirty="0">
              <a:solidFill>
                <a:schemeClr val="bg1"/>
              </a:solidFill>
            </a:endParaRPr>
          </a:p>
        </p:txBody>
      </p:sp>
    </p:spTree>
    <p:extLst>
      <p:ext uri="{BB962C8B-B14F-4D97-AF65-F5344CB8AC3E}">
        <p14:creationId xmlns:p14="http://schemas.microsoft.com/office/powerpoint/2010/main" val="427304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26AC6"/>
        </a:solidFill>
        <a:ln w="19050">
          <a:noFill/>
        </a:ln>
      </a:spPr>
      <a:bodyPr rtlCol="0" anchor="ctr"/>
      <a:lstStyle>
        <a:defPPr algn="ctr">
          <a:defRPr sz="1100" b="1" dirty="0">
            <a:solidFill>
              <a:schemeClr val="bg1">
                <a:lumMod val="95000"/>
              </a:schemeClr>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ファイル" ma:contentTypeID="0x01010071C755F59902457A8DE7D13933C7282C000A0D73F9824D474C94F668B70CE193F1" ma:contentTypeVersion="71" ma:contentTypeDescription="ファイルをアップロードします。" ma:contentTypeScope="" ma:versionID="4747ac542ca76882446663e6fdfb7fcb">
  <xsd:schema xmlns:xsd="http://www.w3.org/2001/XMLSchema" xmlns:xs="http://www.w3.org/2001/XMLSchema" xmlns:p="http://schemas.microsoft.com/office/2006/metadata/properties" xmlns:ns2="8ba24f44-7645-4e07-8ebe-2d7df2bad62f" xmlns:ns3="64cd50a3-aa63-4492-83e0-8a1501bc0898" targetNamespace="http://schemas.microsoft.com/office/2006/metadata/properties" ma:root="true" ma:fieldsID="0dc8edefee4699c9922569ecc18c72f1" ns2:_="" ns3:_="">
    <xsd:import namespace="8ba24f44-7645-4e07-8ebe-2d7df2bad62f"/>
    <xsd:import namespace="64cd50a3-aa63-4492-83e0-8a1501bc0898"/>
    <xsd:element name="properties">
      <xsd:complexType>
        <xsd:sequence>
          <xsd:element name="documentManagement">
            <xsd:complexType>
              <xsd:all>
                <xsd:element ref="ns2:TaxCatchAll" minOccurs="0"/>
                <xsd:element ref="ns2:TaxCatchAllLabel" minOccurs="0"/>
                <xsd:element ref="ns2:c074482b234b47709fda5e83d3a2f7b4" minOccurs="0"/>
                <xsd:element ref="ns3:lcf76f155ced4ddcb4097134ff3c332f"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a24f44-7645-4e07-8ebe-2d7df2bad62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9ec3e44-dbcd-4e4e-98d7-78a8fb26a6f0}" ma:internalName="TaxCatchAll" ma:showField="CatchAllData" ma:web="8ba24f44-7645-4e07-8ebe-2d7df2bad62f">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49ec3e44-dbcd-4e4e-98d7-78a8fb26a6f0}" ma:internalName="TaxCatchAllLabel" ma:readOnly="true" ma:showField="CatchAllDataLabel" ma:web="8ba24f44-7645-4e07-8ebe-2d7df2bad62f">
      <xsd:complexType>
        <xsd:complexContent>
          <xsd:extension base="dms:MultiChoiceLookup">
            <xsd:sequence>
              <xsd:element name="Value" type="dms:Lookup" maxOccurs="unbounded" minOccurs="0" nillable="true"/>
            </xsd:sequence>
          </xsd:extension>
        </xsd:complexContent>
      </xsd:complexType>
    </xsd:element>
    <xsd:element name="c074482b234b47709fda5e83d3a2f7b4" ma:index="14" nillable="true" ma:taxonomy="true" ma:internalName="c074482b234b47709fda5e83d3a2f7b4" ma:taxonomyFieldName="DocumentCategory" ma:displayName="カテゴリー" ma:readOnly="false" ma:fieldId="{c074482b-234b-4770-9fda-5e83d3a2f7b4}" ma:taxonomyMulti="true" ma:sspId="48d761b3-17b5-49bd-a2a3-5727f656b32d" ma:termSetId="99f41af6-5fc1-4dbf-a34b-3b74f9d762c7"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4cd50a3-aa63-4492-83e0-8a1501bc0898" elementFormDefault="qualified">
    <xsd:import namespace="http://schemas.microsoft.com/office/2006/documentManagement/types"/>
    <xsd:import namespace="http://schemas.microsoft.com/office/infopath/2007/PartnerControls"/>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48d761b3-17b5-49bd-a2a3-5727f656b32d" ma:termSetId="09814cd3-568e-fe90-9814-8d621ff8fb84" ma:anchorId="fba54fb3-c3e1-fe81-a776-ca4b69148c4d" ma:open="true" ma:isKeyword="false">
      <xsd:complexType>
        <xsd:sequence>
          <xsd:element ref="pc:Terms" minOccurs="0" maxOccurs="1"/>
        </xsd:sequence>
      </xsd:complexType>
    </xsd:element>
    <xsd:element name="MediaServiceMetadata" ma:index="17" nillable="true" ma:displayName="MediaServiceMetadata" ma:hidden="true" ma:internalName="MediaServiceMetadata" ma:readOnly="true">
      <xsd:simpleType>
        <xsd:restriction base="dms:Note"/>
      </xsd:simpleType>
    </xsd:element>
    <xsd:element name="MediaServiceFastMetadata" ma:index="18" nillable="true" ma:displayName="MediaServiceFastMetadata" ma:hidden="true" ma:internalName="MediaServiceFastMetadata" ma:readOnly="true">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 ma:displayName="コンテンツ タイプ"/>
        <xsd:element ref="dc:title" minOccurs="0" maxOccurs="1"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4cd50a3-aa63-4492-83e0-8a1501bc0898">
      <Terms xmlns="http://schemas.microsoft.com/office/infopath/2007/PartnerControls"/>
    </lcf76f155ced4ddcb4097134ff3c332f>
    <TaxCatchAll xmlns="8ba24f44-7645-4e07-8ebe-2d7df2bad62f">
      <Value>9</Value>
    </TaxCatchAll>
    <c074482b234b47709fda5e83d3a2f7b4 xmlns="8ba24f44-7645-4e07-8ebe-2d7df2bad62f">
      <Terms xmlns="http://schemas.microsoft.com/office/infopath/2007/PartnerControls">
        <TermInfo xmlns="http://schemas.microsoft.com/office/infopath/2007/PartnerControls">
          <TermName xmlns="http://schemas.microsoft.com/office/infopath/2007/PartnerControls">その他</TermName>
          <TermId xmlns="http://schemas.microsoft.com/office/infopath/2007/PartnerControls">ea909d6f-7c68-43f0-81a0-dd897dd89bf8</TermId>
        </TermInfo>
      </Terms>
    </c074482b234b47709fda5e83d3a2f7b4>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C7D643-81D0-4CF1-B0D3-D16DA69CA8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a24f44-7645-4e07-8ebe-2d7df2bad62f"/>
    <ds:schemaRef ds:uri="64cd50a3-aa63-4492-83e0-8a1501bc08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0E10B5-BDDB-449E-AEAE-7CB2A99383C6}">
  <ds:schemaRefs>
    <ds:schemaRef ds:uri="http://schemas.microsoft.com/office/2006/documentManagement/types"/>
    <ds:schemaRef ds:uri="378bfe08-2723-4fff-9580-80b8ad1ca44e"/>
    <ds:schemaRef ds:uri="http://purl.org/dc/elements/1.1/"/>
    <ds:schemaRef ds:uri="http://schemas.microsoft.com/office/2006/metadata/properties"/>
    <ds:schemaRef ds:uri="http://schemas.openxmlformats.org/package/2006/metadata/core-properties"/>
    <ds:schemaRef ds:uri="http://purl.org/dc/terms/"/>
    <ds:schemaRef ds:uri="f0410452-2e67-411f-a76b-4c24e31cbdfa"/>
    <ds:schemaRef ds:uri="http://schemas.microsoft.com/office/infopath/2007/PartnerControls"/>
    <ds:schemaRef ds:uri="http://www.w3.org/XML/1998/namespace"/>
    <ds:schemaRef ds:uri="http://purl.org/dc/dcmitype/"/>
    <ds:schemaRef ds:uri="64cd50a3-aa63-4492-83e0-8a1501bc0898"/>
    <ds:schemaRef ds:uri="8ba24f44-7645-4e07-8ebe-2d7df2bad62f"/>
  </ds:schemaRefs>
</ds:datastoreItem>
</file>

<file path=customXml/itemProps3.xml><?xml version="1.0" encoding="utf-8"?>
<ds:datastoreItem xmlns:ds="http://schemas.openxmlformats.org/officeDocument/2006/customXml" ds:itemID="{9E3BCA6A-2F7D-4184-8E03-D27BC883F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1914</TotalTime>
  <Words>1167</Words>
  <Application>Microsoft Office PowerPoint</Application>
  <PresentationFormat>Widescreen</PresentationFormat>
  <Paragraphs>151</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トップで利用するスライド</vt:lpstr>
      <vt:lpstr>通常のスライド</vt:lpstr>
      <vt:lpstr>章立て用スライド</vt:lpstr>
      <vt:lpstr>PowerPoint Presentation</vt:lpstr>
      <vt:lpstr>以降、参考</vt:lpstr>
      <vt:lpstr>タイトル1行バージョン</vt:lpstr>
      <vt:lpstr>タイトル 2行バージョン</vt:lpstr>
      <vt:lpstr>基本的なページ　フォント：游ゴシックのBold　文字サイズ：24pt</vt:lpstr>
      <vt:lpstr>小見出しの見せ方パターンその１</vt:lpstr>
      <vt:lpstr>小見出しの見せ方パターンその２</vt:lpstr>
      <vt:lpstr>小見出しの見せ方パターンその２</vt:lpstr>
      <vt:lpstr>文字を目立たせるヒント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172</cp:revision>
  <cp:lastPrinted>2024-04-03T07:47:02Z</cp:lastPrinted>
  <dcterms:created xsi:type="dcterms:W3CDTF">2024-03-07T08:22:45Z</dcterms:created>
  <dcterms:modified xsi:type="dcterms:W3CDTF">2026-10-13T07:26:44Z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0x01010071C755F59902457A8DE7D13933C7282C000A0D73F9824D474C94F668B70CE193F1</vt:lpwstr>
  </property>
  <property fmtid="{D5CDD505-2E9C-101B-9397-08002B2CF9AE}" pid="3" name="MediaServiceImageTags">
    <vt:lpwstr/>
  </property>
  <property fmtid="{D5CDD505-2E9C-101B-9397-08002B2CF9AE}" pid="4" name="DocumentCategory">
    <vt:lpwstr>9;#その他|ea909d6f-7c68-43f0-81a0-dd897dd89bf8</vt:lpwstr>
  </property>
</Properties>
</file>